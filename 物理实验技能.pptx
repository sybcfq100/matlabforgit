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2" r:id="rId6"/>
    <p:sldId id="279" r:id="rId7"/>
    <p:sldId id="264" r:id="rId8"/>
    <p:sldId id="265" r:id="rId9"/>
    <p:sldId id="280" r:id="rId10"/>
    <p:sldId id="281" r:id="rId11"/>
    <p:sldId id="282" r:id="rId12"/>
    <p:sldId id="266" r:id="rId13"/>
    <p:sldId id="283" r:id="rId14"/>
    <p:sldId id="284" r:id="rId15"/>
    <p:sldId id="285"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1557000" cy="6502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3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13" d="100"/>
          <a:sy n="113" d="100"/>
        </p:scale>
        <p:origin x="702"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4/15/2021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png"/><Relationship Id="rId7" Type="http://schemas.openxmlformats.org/officeDocument/2006/relationships/image" Target="../media/image44.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26.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FFFF">
                <a:alpha val="100000"/>
              </a:srgbClr>
            </a:gs>
            <a:gs pos="100000">
              <a:srgbClr val="FF8A65">
                <a:alpha val="100000"/>
              </a:srgbClr>
            </a:gs>
          </a:gsLst>
          <a:lin ang="0"/>
        </a:gra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647434" y="848741"/>
            <a:ext cx="4485765" cy="5123023"/>
          </a:xfrm>
          <a:prstGeom prst="rect">
            <a:avLst/>
          </a:prstGeom>
        </p:spPr>
      </p:pic>
      <p:grpSp>
        <p:nvGrpSpPr>
          <p:cNvPr id="3" name="Group 2"/>
          <p:cNvGrpSpPr/>
          <p:nvPr/>
        </p:nvGrpSpPr>
        <p:grpSpPr>
          <a:xfrm>
            <a:off x="838649" y="3022600"/>
            <a:ext cx="4939851" cy="1751243"/>
            <a:chOff x="890651" y="3322574"/>
            <a:chExt cx="4939851" cy="1751243"/>
          </a:xfrm>
        </p:grpSpPr>
        <p:pic>
          <p:nvPicPr>
            <p:cNvPr id="4" name="Picture 3"/>
            <p:cNvPicPr>
              <a:picLocks noChangeAspect="1"/>
            </p:cNvPicPr>
            <p:nvPr/>
          </p:nvPicPr>
          <p:blipFill>
            <a:blip r:embed="rId3"/>
            <a:stretch>
              <a:fillRect/>
            </a:stretch>
          </p:blipFill>
          <p:spPr>
            <a:xfrm>
              <a:off x="890651" y="3677285"/>
              <a:ext cx="3958398" cy="265280"/>
            </a:xfrm>
            <a:prstGeom prst="rect">
              <a:avLst/>
            </a:prstGeom>
          </p:spPr>
        </p:pic>
        <p:sp>
          <p:nvSpPr>
            <p:cNvPr id="6" name="TextBox 5"/>
            <p:cNvSpPr txBox="1"/>
            <p:nvPr/>
          </p:nvSpPr>
          <p:spPr>
            <a:xfrm>
              <a:off x="1573403" y="3322574"/>
              <a:ext cx="2516632" cy="461665"/>
            </a:xfrm>
            <a:prstGeom prst="rect">
              <a:avLst/>
            </a:prstGeom>
          </p:spPr>
          <p:txBody>
            <a:bodyPr lIns="0" tIns="0" rIns="0" bIns="0" rtlCol="0" anchor="t">
              <a:spAutoFit/>
            </a:bodyPr>
            <a:lstStyle/>
            <a:p>
              <a:pPr algn="l" latinLnBrk="1"/>
              <a:r>
                <a:rPr lang="zh-CN" altLang="en-US" sz="3000" b="1" dirty="0">
                  <a:solidFill>
                    <a:srgbClr val="9DC3E6"/>
                  </a:solidFill>
                  <a:latin typeface="Microsoft YaHei"/>
                  <a:ea typeface="Microsoft YaHei"/>
                </a:rPr>
                <a:t>物理竞赛</a:t>
              </a:r>
              <a:endParaRPr lang="en-US" sz="1100" dirty="0"/>
            </a:p>
          </p:txBody>
        </p:sp>
        <p:sp>
          <p:nvSpPr>
            <p:cNvPr id="8" name="TextBox 7"/>
            <p:cNvSpPr txBox="1"/>
            <p:nvPr/>
          </p:nvSpPr>
          <p:spPr>
            <a:xfrm>
              <a:off x="1573403" y="4465574"/>
              <a:ext cx="2206082" cy="608243"/>
            </a:xfrm>
            <a:prstGeom prst="rect">
              <a:avLst/>
            </a:prstGeom>
          </p:spPr>
          <p:txBody>
            <a:bodyPr wrap="square" lIns="0" tIns="0" rIns="0" bIns="0" rtlCol="0" anchor="t">
              <a:spAutoFit/>
            </a:bodyPr>
            <a:lstStyle/>
            <a:p>
              <a:pPr algn="l" latinLnBrk="1">
                <a:lnSpc>
                  <a:spcPct val="150000"/>
                </a:lnSpc>
              </a:pPr>
              <a:r>
                <a:rPr lang="zh-CN" altLang="en-US" sz="1400" b="1" dirty="0">
                  <a:solidFill>
                    <a:srgbClr val="000000"/>
                  </a:solidFill>
                  <a:latin typeface="Microsoft YaHei"/>
                  <a:ea typeface="Microsoft YaHei"/>
                </a:rPr>
                <a:t>王  民</a:t>
              </a:r>
              <a:endParaRPr lang="en-US" altLang="zh-CN" sz="1400" b="1" dirty="0">
                <a:solidFill>
                  <a:srgbClr val="000000"/>
                </a:solidFill>
                <a:latin typeface="Microsoft YaHei"/>
                <a:ea typeface="Microsoft YaHei"/>
              </a:endParaRPr>
            </a:p>
            <a:p>
              <a:pPr algn="l" latinLnBrk="1">
                <a:lnSpc>
                  <a:spcPct val="150000"/>
                </a:lnSpc>
              </a:pPr>
              <a:r>
                <a:rPr lang="en-US" altLang="zh-CN" sz="1400" b="1" dirty="0">
                  <a:solidFill>
                    <a:srgbClr val="000000"/>
                  </a:solidFill>
                  <a:latin typeface="Microsoft YaHei"/>
                  <a:ea typeface="Microsoft YaHei"/>
                </a:rPr>
                <a:t>minwang@nwpu.edu.cn</a:t>
              </a:r>
            </a:p>
          </p:txBody>
        </p:sp>
        <p:pic>
          <p:nvPicPr>
            <p:cNvPr id="9" name="Picture 8"/>
            <p:cNvPicPr>
              <a:picLocks noChangeAspect="1"/>
            </p:cNvPicPr>
            <p:nvPr/>
          </p:nvPicPr>
          <p:blipFill>
            <a:blip r:embed="rId4"/>
            <a:stretch>
              <a:fillRect/>
            </a:stretch>
          </p:blipFill>
          <p:spPr>
            <a:xfrm>
              <a:off x="5087366" y="3639566"/>
              <a:ext cx="743136" cy="360952"/>
            </a:xfrm>
            <a:prstGeom prst="rect">
              <a:avLst/>
            </a:prstGeom>
          </p:spPr>
        </p:pic>
      </p:gr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ppt_x"/>
                                          </p:val>
                                        </p:tav>
                                        <p:tav tm="100000">
                                          <p:val>
                                            <p:strVal val="#ppt_x"/>
                                          </p:val>
                                        </p:tav>
                                      </p:tavLst>
                                    </p:anim>
                                    <p:anim calcmode="lin" valueType="num">
                                      <p:cBhvr additive="base">
                                        <p:cTn id="12" dur="10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1"/>
          <p:cNvPicPr>
            <a:picLocks noChangeAspect="1"/>
          </p:cNvPicPr>
          <p:nvPr/>
        </p:nvPicPr>
        <p:blipFill>
          <a:blip r:embed="rId2"/>
          <a:stretch>
            <a:fillRect/>
          </a:stretch>
        </p:blipFill>
        <p:spPr>
          <a:xfrm>
            <a:off x="1257300" y="0"/>
            <a:ext cx="3273975" cy="5388111"/>
          </a:xfrm>
          <a:prstGeom prst="rect">
            <a:avLst/>
          </a:prstGeom>
        </p:spPr>
      </p:pic>
      <p:grpSp>
        <p:nvGrpSpPr>
          <p:cNvPr id="11" name="Group 2"/>
          <p:cNvGrpSpPr/>
          <p:nvPr/>
        </p:nvGrpSpPr>
        <p:grpSpPr>
          <a:xfrm>
            <a:off x="5029200" y="2692400"/>
            <a:ext cx="1215200" cy="2133600"/>
            <a:chOff x="5029200" y="2692400"/>
            <a:chExt cx="1215200" cy="2133600"/>
          </a:xfrm>
        </p:grpSpPr>
        <p:pic>
          <p:nvPicPr>
            <p:cNvPr id="12" name="Picture 11"/>
            <p:cNvPicPr>
              <a:picLocks noChangeAspect="1"/>
            </p:cNvPicPr>
            <p:nvPr/>
          </p:nvPicPr>
          <p:blipFill>
            <a:blip r:embed="rId3"/>
            <a:stretch>
              <a:fillRect/>
            </a:stretch>
          </p:blipFill>
          <p:spPr>
            <a:xfrm>
              <a:off x="5029200" y="2730500"/>
              <a:ext cx="1215200" cy="2000562"/>
            </a:xfrm>
            <a:prstGeom prst="rect">
              <a:avLst/>
            </a:prstGeom>
          </p:spPr>
        </p:pic>
        <p:sp>
          <p:nvSpPr>
            <p:cNvPr id="13" name="TextBox 12"/>
            <p:cNvSpPr txBox="1"/>
            <p:nvPr/>
          </p:nvSpPr>
          <p:spPr>
            <a:xfrm>
              <a:off x="5270500" y="2692400"/>
              <a:ext cx="436054" cy="2133600"/>
            </a:xfrm>
            <a:prstGeom prst="rect">
              <a:avLst/>
            </a:prstGeom>
          </p:spPr>
          <p:txBody>
            <a:bodyPr lIns="0" tIns="0" rIns="0" bIns="0" rtlCol="0" anchor="t">
              <a:spAutoFit/>
            </a:bodyPr>
            <a:lstStyle/>
            <a:p>
              <a:pPr algn="ctr" latinLnBrk="1"/>
              <a:r>
                <a:rPr lang="en-US" sz="6000">
                  <a:solidFill>
                    <a:srgbClr val="000000"/>
                  </a:solidFill>
                  <a:latin typeface="Microsoft YaHei"/>
                  <a:ea typeface="Microsoft YaHei"/>
                </a:rPr>
                <a:t>目录</a:t>
              </a:r>
              <a:endParaRPr lang="en-US" sz="1100"/>
            </a:p>
          </p:txBody>
        </p:sp>
      </p:grpSp>
      <p:grpSp>
        <p:nvGrpSpPr>
          <p:cNvPr id="14" name="Group 3"/>
          <p:cNvGrpSpPr/>
          <p:nvPr/>
        </p:nvGrpSpPr>
        <p:grpSpPr>
          <a:xfrm>
            <a:off x="7117969" y="1663192"/>
            <a:ext cx="3322130" cy="602356"/>
            <a:chOff x="7117969" y="1663192"/>
            <a:chExt cx="3322130" cy="602356"/>
          </a:xfrm>
        </p:grpSpPr>
        <p:pic>
          <p:nvPicPr>
            <p:cNvPr id="15" name="Picture 14"/>
            <p:cNvPicPr>
              <a:picLocks noChangeAspect="1"/>
            </p:cNvPicPr>
            <p:nvPr/>
          </p:nvPicPr>
          <p:blipFill>
            <a:blip r:embed="rId4"/>
            <a:stretch>
              <a:fillRect/>
            </a:stretch>
          </p:blipFill>
          <p:spPr>
            <a:xfrm>
              <a:off x="7117969" y="2184273"/>
              <a:ext cx="3138125" cy="81275"/>
            </a:xfrm>
            <a:prstGeom prst="rect">
              <a:avLst/>
            </a:prstGeom>
          </p:spPr>
        </p:pic>
        <p:sp>
          <p:nvSpPr>
            <p:cNvPr id="16" name="TextBox 15"/>
            <p:cNvSpPr txBox="1"/>
            <p:nvPr/>
          </p:nvSpPr>
          <p:spPr>
            <a:xfrm>
              <a:off x="7135241" y="1663192"/>
              <a:ext cx="3304858" cy="533400"/>
            </a:xfrm>
            <a:prstGeom prst="rect">
              <a:avLst/>
            </a:prstGeom>
          </p:spPr>
          <p:txBody>
            <a:bodyPr lIns="0" tIns="0" rIns="0" bIns="0" rtlCol="0" anchor="t">
              <a:spAutoFit/>
            </a:bodyPr>
            <a:lstStyle/>
            <a:p>
              <a:pPr algn="l" latinLnBrk="1"/>
              <a:r>
                <a:rPr lang="en-US" sz="3000" dirty="0">
                  <a:solidFill>
                    <a:srgbClr val="000000"/>
                  </a:solidFill>
                  <a:latin typeface="Microsoft YaHei"/>
                  <a:ea typeface="Microsoft YaHei"/>
                </a:rPr>
                <a:t>1.论文背景</a:t>
              </a:r>
              <a:r>
                <a:rPr lang="en-US" sz="3000" dirty="0">
                  <a:solidFill>
                    <a:srgbClr val="9DC3E6"/>
                  </a:solidFill>
                  <a:latin typeface="Microsoft YaHei"/>
                  <a:ea typeface="Microsoft YaHei"/>
                </a:rPr>
                <a:t>简介</a:t>
              </a:r>
              <a:endParaRPr lang="en-US" sz="1100" dirty="0"/>
            </a:p>
          </p:txBody>
        </p:sp>
      </p:grpSp>
      <p:grpSp>
        <p:nvGrpSpPr>
          <p:cNvPr id="17" name="Group 4"/>
          <p:cNvGrpSpPr/>
          <p:nvPr/>
        </p:nvGrpSpPr>
        <p:grpSpPr>
          <a:xfrm>
            <a:off x="7117969" y="2622042"/>
            <a:ext cx="3263074" cy="601340"/>
            <a:chOff x="7117969" y="2622042"/>
            <a:chExt cx="3263074" cy="601340"/>
          </a:xfrm>
        </p:grpSpPr>
        <p:pic>
          <p:nvPicPr>
            <p:cNvPr id="18" name="Picture 17"/>
            <p:cNvPicPr>
              <a:picLocks noChangeAspect="1"/>
            </p:cNvPicPr>
            <p:nvPr/>
          </p:nvPicPr>
          <p:blipFill>
            <a:blip r:embed="rId4"/>
            <a:stretch>
              <a:fillRect/>
            </a:stretch>
          </p:blipFill>
          <p:spPr>
            <a:xfrm>
              <a:off x="7117969" y="3142107"/>
              <a:ext cx="3138125" cy="81275"/>
            </a:xfrm>
            <a:prstGeom prst="rect">
              <a:avLst/>
            </a:prstGeom>
          </p:spPr>
        </p:pic>
        <p:sp>
          <p:nvSpPr>
            <p:cNvPr id="19" name="TextBox 18"/>
            <p:cNvSpPr txBox="1"/>
            <p:nvPr/>
          </p:nvSpPr>
          <p:spPr>
            <a:xfrm>
              <a:off x="7135241" y="2622042"/>
              <a:ext cx="3245802" cy="533400"/>
            </a:xfrm>
            <a:prstGeom prst="rect">
              <a:avLst/>
            </a:prstGeom>
          </p:spPr>
          <p:txBody>
            <a:bodyPr lIns="0" tIns="0" rIns="0" bIns="0" rtlCol="0" anchor="t">
              <a:spAutoFit/>
            </a:bodyPr>
            <a:lstStyle/>
            <a:p>
              <a:pPr algn="l" latinLnBrk="1"/>
              <a:r>
                <a:rPr lang="en-US" sz="3000">
                  <a:solidFill>
                    <a:srgbClr val="000000"/>
                  </a:solidFill>
                  <a:latin typeface="Microsoft YaHei"/>
                  <a:ea typeface="Microsoft YaHei"/>
                </a:rPr>
                <a:t>2.研究过程</a:t>
              </a:r>
              <a:r>
                <a:rPr lang="en-US" sz="3000">
                  <a:solidFill>
                    <a:srgbClr val="9DC3E6"/>
                  </a:solidFill>
                  <a:latin typeface="Microsoft YaHei"/>
                  <a:ea typeface="Microsoft YaHei"/>
                </a:rPr>
                <a:t>演示</a:t>
              </a:r>
              <a:endParaRPr lang="en-US" sz="1100"/>
            </a:p>
          </p:txBody>
        </p:sp>
      </p:grpSp>
      <p:grpSp>
        <p:nvGrpSpPr>
          <p:cNvPr id="20" name="Group 5"/>
          <p:cNvGrpSpPr/>
          <p:nvPr/>
        </p:nvGrpSpPr>
        <p:grpSpPr>
          <a:xfrm>
            <a:off x="7117969" y="3583813"/>
            <a:ext cx="3218370" cy="600197"/>
            <a:chOff x="7117969" y="3583813"/>
            <a:chExt cx="3218370" cy="600197"/>
          </a:xfrm>
        </p:grpSpPr>
        <p:pic>
          <p:nvPicPr>
            <p:cNvPr id="21" name="Picture 20"/>
            <p:cNvPicPr>
              <a:picLocks noChangeAspect="1"/>
            </p:cNvPicPr>
            <p:nvPr/>
          </p:nvPicPr>
          <p:blipFill>
            <a:blip r:embed="rId4"/>
            <a:stretch>
              <a:fillRect/>
            </a:stretch>
          </p:blipFill>
          <p:spPr>
            <a:xfrm>
              <a:off x="7117969" y="4102735"/>
              <a:ext cx="3138125" cy="81275"/>
            </a:xfrm>
            <a:prstGeom prst="rect">
              <a:avLst/>
            </a:prstGeom>
          </p:spPr>
        </p:pic>
        <p:sp>
          <p:nvSpPr>
            <p:cNvPr id="22" name="TextBox 21"/>
            <p:cNvSpPr txBox="1"/>
            <p:nvPr/>
          </p:nvSpPr>
          <p:spPr>
            <a:xfrm>
              <a:off x="7135241" y="3583813"/>
              <a:ext cx="3201098" cy="533400"/>
            </a:xfrm>
            <a:prstGeom prst="rect">
              <a:avLst/>
            </a:prstGeom>
          </p:spPr>
          <p:txBody>
            <a:bodyPr lIns="0" tIns="0" rIns="0" bIns="0" rtlCol="0" anchor="t">
              <a:spAutoFit/>
            </a:bodyPr>
            <a:lstStyle/>
            <a:p>
              <a:pPr algn="l" latinLnBrk="1"/>
              <a:r>
                <a:rPr lang="en-US" sz="3000">
                  <a:solidFill>
                    <a:srgbClr val="000000"/>
                  </a:solidFill>
                  <a:latin typeface="Microsoft YaHei"/>
                  <a:ea typeface="Microsoft YaHei"/>
                </a:rPr>
                <a:t>3.遗留问题</a:t>
              </a:r>
              <a:r>
                <a:rPr lang="en-US" sz="3000">
                  <a:solidFill>
                    <a:srgbClr val="9DC3E6"/>
                  </a:solidFill>
                  <a:latin typeface="Microsoft YaHei"/>
                  <a:ea typeface="Microsoft YaHei"/>
                </a:rPr>
                <a:t>探讨</a:t>
              </a:r>
              <a:endParaRPr lang="en-US" sz="1100"/>
            </a:p>
          </p:txBody>
        </p:sp>
      </p:grpSp>
      <p:grpSp>
        <p:nvGrpSpPr>
          <p:cNvPr id="23" name="Group 6"/>
          <p:cNvGrpSpPr/>
          <p:nvPr/>
        </p:nvGrpSpPr>
        <p:grpSpPr>
          <a:xfrm>
            <a:off x="7122795" y="4516755"/>
            <a:ext cx="3373501" cy="599308"/>
            <a:chOff x="7122795" y="4516755"/>
            <a:chExt cx="3373501" cy="599308"/>
          </a:xfrm>
        </p:grpSpPr>
        <p:pic>
          <p:nvPicPr>
            <p:cNvPr id="24" name="Picture 23"/>
            <p:cNvPicPr>
              <a:picLocks noChangeAspect="1"/>
            </p:cNvPicPr>
            <p:nvPr/>
          </p:nvPicPr>
          <p:blipFill>
            <a:blip r:embed="rId4"/>
            <a:stretch>
              <a:fillRect/>
            </a:stretch>
          </p:blipFill>
          <p:spPr>
            <a:xfrm>
              <a:off x="7122795" y="5034788"/>
              <a:ext cx="3138125" cy="81275"/>
            </a:xfrm>
            <a:prstGeom prst="rect">
              <a:avLst/>
            </a:prstGeom>
          </p:spPr>
        </p:pic>
        <p:sp>
          <p:nvSpPr>
            <p:cNvPr id="25" name="TextBox 24"/>
            <p:cNvSpPr txBox="1"/>
            <p:nvPr/>
          </p:nvSpPr>
          <p:spPr>
            <a:xfrm>
              <a:off x="7139940" y="4516755"/>
              <a:ext cx="3356356" cy="533400"/>
            </a:xfrm>
            <a:prstGeom prst="rect">
              <a:avLst/>
            </a:prstGeom>
          </p:spPr>
          <p:txBody>
            <a:bodyPr lIns="0" tIns="0" rIns="0" bIns="0" rtlCol="0" anchor="t">
              <a:spAutoFit/>
            </a:bodyPr>
            <a:lstStyle/>
            <a:p>
              <a:pPr algn="l" latinLnBrk="1"/>
              <a:r>
                <a:rPr lang="en-US" sz="3000">
                  <a:solidFill>
                    <a:srgbClr val="000000"/>
                  </a:solidFill>
                  <a:latin typeface="Microsoft YaHei"/>
                  <a:ea typeface="Microsoft YaHei"/>
                </a:rPr>
                <a:t>4.论文归纳</a:t>
              </a:r>
              <a:r>
                <a:rPr lang="en-US" sz="3000">
                  <a:solidFill>
                    <a:srgbClr val="9DC3E6"/>
                  </a:solidFill>
                  <a:latin typeface="Microsoft YaHei"/>
                  <a:ea typeface="Microsoft YaHei"/>
                </a:rPr>
                <a:t>总结</a:t>
              </a:r>
              <a:endParaRPr lang="en-US" sz="110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10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10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10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4" grpId="0" animBg="1"/>
      <p:bldP spid="17" grpId="0" animBg="1"/>
      <p:bldP spid="20" grpId="0" animBg="1"/>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6" name="Picture 1"/>
          <p:cNvPicPr>
            <a:picLocks noChangeAspect="1"/>
          </p:cNvPicPr>
          <p:nvPr/>
        </p:nvPicPr>
        <p:blipFill>
          <a:blip r:embed="rId2"/>
          <a:stretch>
            <a:fillRect/>
          </a:stretch>
        </p:blipFill>
        <p:spPr>
          <a:xfrm>
            <a:off x="977900" y="447803"/>
            <a:ext cx="3243915" cy="3704754"/>
          </a:xfrm>
          <a:prstGeom prst="rect">
            <a:avLst/>
          </a:prstGeom>
        </p:spPr>
      </p:pic>
      <p:pic>
        <p:nvPicPr>
          <p:cNvPr id="27" name="Picture 2"/>
          <p:cNvPicPr>
            <a:picLocks noChangeAspect="1"/>
          </p:cNvPicPr>
          <p:nvPr/>
        </p:nvPicPr>
        <p:blipFill>
          <a:blip r:embed="rId3"/>
          <a:stretch>
            <a:fillRect/>
          </a:stretch>
        </p:blipFill>
        <p:spPr>
          <a:xfrm>
            <a:off x="5059731" y="5384800"/>
            <a:ext cx="5778500" cy="434018"/>
          </a:xfrm>
          <a:prstGeom prst="rect">
            <a:avLst/>
          </a:prstGeom>
        </p:spPr>
      </p:pic>
      <p:pic>
        <p:nvPicPr>
          <p:cNvPr id="28" name="Picture 3"/>
          <p:cNvPicPr>
            <a:picLocks noChangeAspect="1"/>
          </p:cNvPicPr>
          <p:nvPr/>
        </p:nvPicPr>
        <p:blipFill>
          <a:blip r:embed="rId4"/>
          <a:stretch>
            <a:fillRect/>
          </a:stretch>
        </p:blipFill>
        <p:spPr>
          <a:xfrm>
            <a:off x="3721100" y="3327400"/>
            <a:ext cx="1351331" cy="1092940"/>
          </a:xfrm>
          <a:prstGeom prst="rect">
            <a:avLst/>
          </a:prstGeom>
        </p:spPr>
      </p:pic>
      <p:sp>
        <p:nvSpPr>
          <p:cNvPr id="2" name="矩形 1">
            <a:extLst>
              <a:ext uri="{FF2B5EF4-FFF2-40B4-BE49-F238E27FC236}">
                <a16:creationId xmlns:a16="http://schemas.microsoft.com/office/drawing/2014/main" id="{5B63CD16-DC48-4ED7-BC62-C1ACF74DC282}"/>
              </a:ext>
            </a:extLst>
          </p:cNvPr>
          <p:cNvSpPr/>
          <p:nvPr/>
        </p:nvSpPr>
        <p:spPr>
          <a:xfrm>
            <a:off x="5168900" y="4257687"/>
            <a:ext cx="2941022" cy="369332"/>
          </a:xfrm>
          <a:prstGeom prst="rect">
            <a:avLst/>
          </a:prstGeom>
        </p:spPr>
        <p:txBody>
          <a:bodyPr wrap="square">
            <a:spAutoFit/>
          </a:bodyPr>
          <a:lstStyle/>
          <a:p>
            <a:r>
              <a:rPr lang="zh-CN" altLang="en-US" u="sng" dirty="0">
                <a:solidFill>
                  <a:srgbClr val="0070C0"/>
                </a:solidFill>
              </a:rPr>
              <a:t>官网：https://www.iypt.org/</a:t>
            </a:r>
          </a:p>
        </p:txBody>
      </p:sp>
      <p:sp>
        <p:nvSpPr>
          <p:cNvPr id="3" name="矩形 2">
            <a:extLst>
              <a:ext uri="{FF2B5EF4-FFF2-40B4-BE49-F238E27FC236}">
                <a16:creationId xmlns:a16="http://schemas.microsoft.com/office/drawing/2014/main" id="{939CF764-999C-4090-A259-47DC3682D808}"/>
              </a:ext>
            </a:extLst>
          </p:cNvPr>
          <p:cNvSpPr/>
          <p:nvPr/>
        </p:nvSpPr>
        <p:spPr>
          <a:xfrm>
            <a:off x="5168900" y="4742933"/>
            <a:ext cx="5303311" cy="369332"/>
          </a:xfrm>
          <a:prstGeom prst="rect">
            <a:avLst/>
          </a:prstGeom>
        </p:spPr>
        <p:txBody>
          <a:bodyPr wrap="none">
            <a:spAutoFit/>
          </a:bodyPr>
          <a:lstStyle/>
          <a:p>
            <a:r>
              <a:rPr lang="en-US" altLang="zh-CN" dirty="0">
                <a:solidFill>
                  <a:srgbClr val="0070C0"/>
                </a:solidFill>
              </a:rPr>
              <a:t>2021 </a:t>
            </a:r>
            <a:r>
              <a:rPr lang="zh-CN" altLang="en-US" dirty="0">
                <a:solidFill>
                  <a:srgbClr val="0070C0"/>
                </a:solidFill>
              </a:rPr>
              <a:t>参考：https://www.bilibili.com/read/cv6914438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10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5" name="Picture 1"/>
          <p:cNvPicPr>
            <a:picLocks noChangeAspect="1"/>
          </p:cNvPicPr>
          <p:nvPr/>
        </p:nvPicPr>
        <p:blipFill>
          <a:blip r:embed="rId2"/>
          <a:stretch>
            <a:fillRect/>
          </a:stretch>
        </p:blipFill>
        <p:spPr>
          <a:xfrm>
            <a:off x="4041902" y="486156"/>
            <a:ext cx="3472786" cy="820414"/>
          </a:xfrm>
          <a:prstGeom prst="rect">
            <a:avLst/>
          </a:prstGeom>
        </p:spPr>
      </p:pic>
      <p:sp>
        <p:nvSpPr>
          <p:cNvPr id="36" name="TextBox 2"/>
          <p:cNvSpPr txBox="1"/>
          <p:nvPr/>
        </p:nvSpPr>
        <p:spPr>
          <a:xfrm>
            <a:off x="4266438" y="776224"/>
            <a:ext cx="2846324" cy="353943"/>
          </a:xfrm>
          <a:prstGeom prst="rect">
            <a:avLst/>
          </a:prstGeom>
        </p:spPr>
        <p:txBody>
          <a:bodyPr lIns="0" tIns="0" rIns="0" bIns="0" rtlCol="0" anchor="t">
            <a:spAutoFit/>
          </a:bodyPr>
          <a:lstStyle/>
          <a:p>
            <a:pPr algn="ctr" latinLnBrk="1"/>
            <a:r>
              <a:rPr lang="zh-CN" altLang="en-US" sz="2300" dirty="0">
                <a:solidFill>
                  <a:srgbClr val="000000"/>
                </a:solidFill>
                <a:latin typeface="Microsoft YaHei"/>
                <a:ea typeface="Microsoft YaHei"/>
              </a:rPr>
              <a:t>顺序</a:t>
            </a:r>
            <a:endParaRPr lang="en-US" sz="1100" dirty="0"/>
          </a:p>
        </p:txBody>
      </p:sp>
      <p:pic>
        <p:nvPicPr>
          <p:cNvPr id="37" name="Picture 3"/>
          <p:cNvPicPr>
            <a:picLocks noChangeAspect="1"/>
          </p:cNvPicPr>
          <p:nvPr/>
        </p:nvPicPr>
        <p:blipFill>
          <a:blip r:embed="rId3"/>
          <a:stretch>
            <a:fillRect/>
          </a:stretch>
        </p:blipFill>
        <p:spPr>
          <a:xfrm rot="5400000">
            <a:off x="1931924" y="1497203"/>
            <a:ext cx="1595009" cy="2625844"/>
          </a:xfrm>
          <a:prstGeom prst="rect">
            <a:avLst/>
          </a:prstGeom>
        </p:spPr>
      </p:pic>
      <p:pic>
        <p:nvPicPr>
          <p:cNvPr id="38" name="Picture 4"/>
          <p:cNvPicPr>
            <a:picLocks noChangeAspect="1"/>
          </p:cNvPicPr>
          <p:nvPr/>
        </p:nvPicPr>
        <p:blipFill>
          <a:blip r:embed="rId3"/>
          <a:stretch>
            <a:fillRect/>
          </a:stretch>
        </p:blipFill>
        <p:spPr>
          <a:xfrm rot="5400000">
            <a:off x="5029073" y="1497203"/>
            <a:ext cx="1595009" cy="2625844"/>
          </a:xfrm>
          <a:prstGeom prst="rect">
            <a:avLst/>
          </a:prstGeom>
        </p:spPr>
      </p:pic>
      <p:pic>
        <p:nvPicPr>
          <p:cNvPr id="39" name="Picture 5"/>
          <p:cNvPicPr>
            <a:picLocks noChangeAspect="1"/>
          </p:cNvPicPr>
          <p:nvPr/>
        </p:nvPicPr>
        <p:blipFill>
          <a:blip r:embed="rId3"/>
          <a:stretch>
            <a:fillRect/>
          </a:stretch>
        </p:blipFill>
        <p:spPr>
          <a:xfrm rot="5400000">
            <a:off x="1929623" y="3540761"/>
            <a:ext cx="1595009" cy="2625844"/>
          </a:xfrm>
          <a:prstGeom prst="rect">
            <a:avLst/>
          </a:prstGeom>
        </p:spPr>
      </p:pic>
      <p:pic>
        <p:nvPicPr>
          <p:cNvPr id="40" name="Picture 6"/>
          <p:cNvPicPr>
            <a:picLocks noChangeAspect="1"/>
          </p:cNvPicPr>
          <p:nvPr/>
        </p:nvPicPr>
        <p:blipFill>
          <a:blip r:embed="rId3"/>
          <a:stretch>
            <a:fillRect/>
          </a:stretch>
        </p:blipFill>
        <p:spPr>
          <a:xfrm rot="5400000">
            <a:off x="7950177" y="1474964"/>
            <a:ext cx="1595009" cy="2625844"/>
          </a:xfrm>
          <a:prstGeom prst="rect">
            <a:avLst/>
          </a:prstGeom>
        </p:spPr>
      </p:pic>
      <p:pic>
        <p:nvPicPr>
          <p:cNvPr id="41" name="Picture 7"/>
          <p:cNvPicPr>
            <a:picLocks noChangeAspect="1"/>
          </p:cNvPicPr>
          <p:nvPr/>
        </p:nvPicPr>
        <p:blipFill>
          <a:blip r:embed="rId3"/>
          <a:stretch>
            <a:fillRect/>
          </a:stretch>
        </p:blipFill>
        <p:spPr>
          <a:xfrm rot="5400000">
            <a:off x="5031359" y="3540760"/>
            <a:ext cx="1595009" cy="2625844"/>
          </a:xfrm>
          <a:prstGeom prst="rect">
            <a:avLst/>
          </a:prstGeom>
        </p:spPr>
      </p:pic>
      <p:pic>
        <p:nvPicPr>
          <p:cNvPr id="42" name="Picture 8"/>
          <p:cNvPicPr>
            <a:picLocks noChangeAspect="1"/>
          </p:cNvPicPr>
          <p:nvPr/>
        </p:nvPicPr>
        <p:blipFill>
          <a:blip r:embed="rId3"/>
          <a:stretch>
            <a:fillRect/>
          </a:stretch>
        </p:blipFill>
        <p:spPr>
          <a:xfrm rot="5400000">
            <a:off x="8032369" y="3540887"/>
            <a:ext cx="1595009" cy="2625844"/>
          </a:xfrm>
          <a:prstGeom prst="rect">
            <a:avLst/>
          </a:prstGeom>
        </p:spPr>
      </p:pic>
      <p:grpSp>
        <p:nvGrpSpPr>
          <p:cNvPr id="43" name="Group 9"/>
          <p:cNvGrpSpPr/>
          <p:nvPr/>
        </p:nvGrpSpPr>
        <p:grpSpPr>
          <a:xfrm>
            <a:off x="1752600" y="2618609"/>
            <a:ext cx="2047240" cy="383032"/>
            <a:chOff x="1750187" y="2255774"/>
            <a:chExt cx="2047240" cy="559040"/>
          </a:xfrm>
        </p:grpSpPr>
        <p:sp>
          <p:nvSpPr>
            <p:cNvPr id="44" name="TextBox 43"/>
            <p:cNvSpPr txBox="1"/>
            <p:nvPr/>
          </p:nvSpPr>
          <p:spPr>
            <a:xfrm>
              <a:off x="1750187" y="2255774"/>
              <a:ext cx="1999488" cy="247062"/>
            </a:xfrm>
            <a:prstGeom prst="rect">
              <a:avLst/>
            </a:prstGeom>
          </p:spPr>
          <p:txBody>
            <a:bodyPr lIns="0" tIns="0" rIns="0" bIns="0" rtlCol="0" anchor="t">
              <a:spAutoFit/>
            </a:bodyPr>
            <a:lstStyle/>
            <a:p>
              <a:pPr algn="l" latinLnBrk="1"/>
              <a:endParaRPr lang="en-US" sz="1100" dirty="0"/>
            </a:p>
          </p:txBody>
        </p:sp>
        <p:sp>
          <p:nvSpPr>
            <p:cNvPr id="45" name="TextBox 44"/>
            <p:cNvSpPr txBox="1"/>
            <p:nvPr/>
          </p:nvSpPr>
          <p:spPr>
            <a:xfrm>
              <a:off x="1758061" y="2645537"/>
              <a:ext cx="2039366" cy="169277"/>
            </a:xfrm>
            <a:prstGeom prst="rect">
              <a:avLst/>
            </a:prstGeom>
          </p:spPr>
          <p:txBody>
            <a:bodyPr lIns="0" tIns="0" rIns="0" bIns="0" rtlCol="0" anchor="t">
              <a:spAutoFit/>
            </a:bodyPr>
            <a:lstStyle/>
            <a:p>
              <a:pPr algn="l" latinLnBrk="1"/>
              <a:endParaRPr lang="en-US" sz="1100" dirty="0"/>
            </a:p>
          </p:txBody>
        </p:sp>
      </p:grpSp>
      <p:grpSp>
        <p:nvGrpSpPr>
          <p:cNvPr id="55" name="Group 13"/>
          <p:cNvGrpSpPr/>
          <p:nvPr/>
        </p:nvGrpSpPr>
        <p:grpSpPr>
          <a:xfrm>
            <a:off x="4761111" y="4508956"/>
            <a:ext cx="2039366" cy="627221"/>
            <a:chOff x="4749800" y="4318000"/>
            <a:chExt cx="2039366" cy="627221"/>
          </a:xfrm>
        </p:grpSpPr>
        <p:sp>
          <p:nvSpPr>
            <p:cNvPr id="56" name="TextBox 55"/>
            <p:cNvSpPr txBox="1"/>
            <p:nvPr/>
          </p:nvSpPr>
          <p:spPr>
            <a:xfrm>
              <a:off x="4749800" y="4318000"/>
              <a:ext cx="1999488" cy="307777"/>
            </a:xfrm>
            <a:prstGeom prst="rect">
              <a:avLst/>
            </a:prstGeom>
          </p:spPr>
          <p:txBody>
            <a:bodyPr lIns="0" tIns="0" rIns="0" bIns="0" rtlCol="0" anchor="t">
              <a:spAutoFit/>
            </a:bodyPr>
            <a:lstStyle/>
            <a:p>
              <a:pPr algn="ctr" latinLnBrk="1"/>
              <a:r>
                <a:rPr lang="zh-CN" altLang="en-US" sz="2000" dirty="0">
                  <a:solidFill>
                    <a:srgbClr val="000000"/>
                  </a:solidFill>
                  <a:latin typeface="Microsoft YaHei"/>
                  <a:ea typeface="Microsoft YaHei"/>
                </a:rPr>
                <a:t>实验和理论验证</a:t>
              </a:r>
              <a:endParaRPr lang="en-US" sz="1100" dirty="0"/>
            </a:p>
          </p:txBody>
        </p:sp>
        <p:sp>
          <p:nvSpPr>
            <p:cNvPr id="57" name="TextBox 56"/>
            <p:cNvSpPr txBox="1"/>
            <p:nvPr/>
          </p:nvSpPr>
          <p:spPr>
            <a:xfrm>
              <a:off x="4749800" y="4699000"/>
              <a:ext cx="2039366" cy="246221"/>
            </a:xfrm>
            <a:prstGeom prst="rect">
              <a:avLst/>
            </a:prstGeom>
          </p:spPr>
          <p:txBody>
            <a:bodyPr lIns="0" tIns="0" rIns="0" bIns="0" rtlCol="0" anchor="t">
              <a:spAutoFit/>
            </a:bodyPr>
            <a:lstStyle/>
            <a:p>
              <a:pPr algn="ctr" latinLnBrk="1"/>
              <a:r>
                <a:rPr lang="zh-CN" altLang="en-US" sz="1600" dirty="0">
                  <a:solidFill>
                    <a:srgbClr val="FF0000"/>
                  </a:solidFill>
                  <a:effectLst>
                    <a:outerShdw blurRad="38100" dist="38100" dir="2700000" algn="tl">
                      <a:srgbClr val="000000">
                        <a:alpha val="43137"/>
                      </a:srgbClr>
                    </a:outerShdw>
                  </a:effectLst>
                  <a:latin typeface="Microsoft YaHei"/>
                  <a:ea typeface="Microsoft YaHei"/>
                </a:rPr>
                <a:t>重点</a:t>
              </a:r>
              <a:endParaRPr lang="en-US" sz="1400" dirty="0">
                <a:solidFill>
                  <a:srgbClr val="FF0000"/>
                </a:solidFill>
                <a:effectLst>
                  <a:outerShdw blurRad="38100" dist="38100" dir="2700000" algn="tl">
                    <a:srgbClr val="000000">
                      <a:alpha val="43137"/>
                    </a:srgbClr>
                  </a:outerShdw>
                </a:effectLst>
              </a:endParaRPr>
            </a:p>
          </p:txBody>
        </p:sp>
      </p:grpSp>
      <p:grpSp>
        <p:nvGrpSpPr>
          <p:cNvPr id="58" name="Group 14"/>
          <p:cNvGrpSpPr/>
          <p:nvPr/>
        </p:nvGrpSpPr>
        <p:grpSpPr>
          <a:xfrm>
            <a:off x="7874000" y="4441567"/>
            <a:ext cx="2039366" cy="750332"/>
            <a:chOff x="7874000" y="4318000"/>
            <a:chExt cx="2039366" cy="750332"/>
          </a:xfrm>
        </p:grpSpPr>
        <p:sp>
          <p:nvSpPr>
            <p:cNvPr id="59" name="TextBox 58"/>
            <p:cNvSpPr txBox="1"/>
            <p:nvPr/>
          </p:nvSpPr>
          <p:spPr>
            <a:xfrm>
              <a:off x="7874000" y="4318000"/>
              <a:ext cx="1999488" cy="307777"/>
            </a:xfrm>
            <a:prstGeom prst="rect">
              <a:avLst/>
            </a:prstGeom>
          </p:spPr>
          <p:txBody>
            <a:bodyPr lIns="0" tIns="0" rIns="0" bIns="0" rtlCol="0" anchor="t">
              <a:spAutoFit/>
            </a:bodyPr>
            <a:lstStyle/>
            <a:p>
              <a:pPr algn="l" latinLnBrk="1"/>
              <a:r>
                <a:rPr lang="zh-CN" altLang="en-US" sz="2000" dirty="0">
                  <a:solidFill>
                    <a:srgbClr val="000000"/>
                  </a:solidFill>
                  <a:latin typeface="Microsoft YaHei"/>
                  <a:ea typeface="Microsoft YaHei"/>
                </a:rPr>
                <a:t>误差分析及结论</a:t>
              </a:r>
              <a:endParaRPr lang="en-US" sz="1100" dirty="0"/>
            </a:p>
          </p:txBody>
        </p:sp>
        <p:sp>
          <p:nvSpPr>
            <p:cNvPr id="60" name="TextBox 59"/>
            <p:cNvSpPr txBox="1"/>
            <p:nvPr/>
          </p:nvSpPr>
          <p:spPr>
            <a:xfrm>
              <a:off x="7874000" y="4699000"/>
              <a:ext cx="2039366" cy="369332"/>
            </a:xfrm>
            <a:prstGeom prst="rect">
              <a:avLst/>
            </a:prstGeom>
          </p:spPr>
          <p:txBody>
            <a:bodyPr lIns="0" tIns="0" rIns="0" bIns="0" rtlCol="0" anchor="t">
              <a:spAutoFit/>
            </a:bodyPr>
            <a:lstStyle/>
            <a:p>
              <a:pPr algn="l" latinLnBrk="1"/>
              <a:r>
                <a:rPr lang="zh-CN" altLang="en-US" sz="1200" dirty="0">
                  <a:solidFill>
                    <a:srgbClr val="000000"/>
                  </a:solidFill>
                  <a:latin typeface="Microsoft YaHei"/>
                  <a:ea typeface="Microsoft YaHei"/>
                </a:rPr>
                <a:t>来源，消除，判断；规律，意义</a:t>
              </a:r>
              <a:endParaRPr lang="en-US" sz="1100" dirty="0"/>
            </a:p>
          </p:txBody>
        </p:sp>
      </p:grpSp>
      <p:sp>
        <p:nvSpPr>
          <p:cNvPr id="28" name="TextBox 46">
            <a:extLst>
              <a:ext uri="{FF2B5EF4-FFF2-40B4-BE49-F238E27FC236}">
                <a16:creationId xmlns:a16="http://schemas.microsoft.com/office/drawing/2014/main" id="{CF504B04-EBC4-4812-8768-8ED8E135E605}"/>
              </a:ext>
            </a:extLst>
          </p:cNvPr>
          <p:cNvSpPr txBox="1"/>
          <p:nvPr/>
        </p:nvSpPr>
        <p:spPr>
          <a:xfrm>
            <a:off x="1858044" y="2480109"/>
            <a:ext cx="1996250" cy="307777"/>
          </a:xfrm>
          <a:prstGeom prst="rect">
            <a:avLst/>
          </a:prstGeom>
        </p:spPr>
        <p:txBody>
          <a:bodyPr lIns="0" tIns="0" rIns="0" bIns="0" rtlCol="0" anchor="t">
            <a:spAutoFit/>
          </a:bodyPr>
          <a:lstStyle/>
          <a:p>
            <a:pPr latinLnBrk="1"/>
            <a:r>
              <a:rPr lang="zh-CN" altLang="en-US" sz="2000" dirty="0">
                <a:solidFill>
                  <a:srgbClr val="000000"/>
                </a:solidFill>
                <a:latin typeface="Microsoft YaHei"/>
                <a:ea typeface="Microsoft YaHei"/>
              </a:rPr>
              <a:t>浏览并挑选题目</a:t>
            </a:r>
            <a:endParaRPr lang="en-US" altLang="zh-CN" sz="1100" dirty="0"/>
          </a:p>
        </p:txBody>
      </p:sp>
      <p:sp>
        <p:nvSpPr>
          <p:cNvPr id="29" name="TextBox 47">
            <a:extLst>
              <a:ext uri="{FF2B5EF4-FFF2-40B4-BE49-F238E27FC236}">
                <a16:creationId xmlns:a16="http://schemas.microsoft.com/office/drawing/2014/main" id="{6DA701A5-733A-47B8-8E05-FEA1490F0ECB}"/>
              </a:ext>
            </a:extLst>
          </p:cNvPr>
          <p:cNvSpPr txBox="1"/>
          <p:nvPr/>
        </p:nvSpPr>
        <p:spPr>
          <a:xfrm>
            <a:off x="1726658" y="2865043"/>
            <a:ext cx="2088642" cy="184666"/>
          </a:xfrm>
          <a:prstGeom prst="rect">
            <a:avLst/>
          </a:prstGeom>
        </p:spPr>
        <p:txBody>
          <a:bodyPr lIns="0" tIns="0" rIns="0" bIns="0" rtlCol="0" anchor="t">
            <a:spAutoFit/>
          </a:bodyPr>
          <a:lstStyle/>
          <a:p>
            <a:pPr algn="ctr" latinLnBrk="1"/>
            <a:r>
              <a:rPr lang="zh-CN" altLang="en-US" sz="1200" dirty="0">
                <a:solidFill>
                  <a:srgbClr val="000000"/>
                </a:solidFill>
                <a:latin typeface="Microsoft YaHei"/>
                <a:ea typeface="Microsoft YaHei"/>
              </a:rPr>
              <a:t>结合个人特长和学科</a:t>
            </a:r>
            <a:endParaRPr lang="en-US" sz="1100" dirty="0"/>
          </a:p>
        </p:txBody>
      </p:sp>
      <p:sp>
        <p:nvSpPr>
          <p:cNvPr id="30" name="TextBox 46">
            <a:extLst>
              <a:ext uri="{FF2B5EF4-FFF2-40B4-BE49-F238E27FC236}">
                <a16:creationId xmlns:a16="http://schemas.microsoft.com/office/drawing/2014/main" id="{A9F01A9A-F1BA-42F1-BF4A-136D8F44CB27}"/>
              </a:ext>
            </a:extLst>
          </p:cNvPr>
          <p:cNvSpPr txBox="1"/>
          <p:nvPr/>
        </p:nvSpPr>
        <p:spPr>
          <a:xfrm>
            <a:off x="1693186" y="4506881"/>
            <a:ext cx="2127636" cy="307777"/>
          </a:xfrm>
          <a:prstGeom prst="rect">
            <a:avLst/>
          </a:prstGeom>
        </p:spPr>
        <p:txBody>
          <a:bodyPr wrap="square" lIns="0" tIns="0" rIns="0" bIns="0" rtlCol="0" anchor="t">
            <a:spAutoFit/>
          </a:bodyPr>
          <a:lstStyle/>
          <a:p>
            <a:pPr latinLnBrk="1"/>
            <a:r>
              <a:rPr lang="zh-CN" altLang="en-US" sz="2000" dirty="0">
                <a:solidFill>
                  <a:srgbClr val="000000"/>
                </a:solidFill>
                <a:latin typeface="Microsoft YaHei"/>
                <a:ea typeface="Microsoft YaHei"/>
              </a:rPr>
              <a:t>初步判断理论模型</a:t>
            </a:r>
            <a:endParaRPr lang="en-US" altLang="zh-CN" sz="1100" dirty="0"/>
          </a:p>
        </p:txBody>
      </p:sp>
      <p:sp>
        <p:nvSpPr>
          <p:cNvPr id="31" name="TextBox 47">
            <a:extLst>
              <a:ext uri="{FF2B5EF4-FFF2-40B4-BE49-F238E27FC236}">
                <a16:creationId xmlns:a16="http://schemas.microsoft.com/office/drawing/2014/main" id="{1DC11F98-EF75-4E05-B0F9-24285C63D4F4}"/>
              </a:ext>
            </a:extLst>
          </p:cNvPr>
          <p:cNvSpPr txBox="1"/>
          <p:nvPr/>
        </p:nvSpPr>
        <p:spPr>
          <a:xfrm>
            <a:off x="1693186" y="4891815"/>
            <a:ext cx="2088642" cy="369332"/>
          </a:xfrm>
          <a:prstGeom prst="rect">
            <a:avLst/>
          </a:prstGeom>
        </p:spPr>
        <p:txBody>
          <a:bodyPr lIns="0" tIns="0" rIns="0" bIns="0" rtlCol="0" anchor="t">
            <a:spAutoFit/>
          </a:bodyPr>
          <a:lstStyle/>
          <a:p>
            <a:pPr algn="ctr" latinLnBrk="1"/>
            <a:r>
              <a:rPr lang="zh-CN" altLang="en-US" sz="1200" dirty="0">
                <a:solidFill>
                  <a:srgbClr val="000000"/>
                </a:solidFill>
                <a:latin typeface="Microsoft YaHei"/>
                <a:ea typeface="Microsoft YaHei"/>
              </a:rPr>
              <a:t>力学，热学，电磁学，动力学等</a:t>
            </a:r>
            <a:endParaRPr lang="en-US" sz="1100" dirty="0"/>
          </a:p>
        </p:txBody>
      </p:sp>
      <p:grpSp>
        <p:nvGrpSpPr>
          <p:cNvPr id="32" name="Group 11">
            <a:extLst>
              <a:ext uri="{FF2B5EF4-FFF2-40B4-BE49-F238E27FC236}">
                <a16:creationId xmlns:a16="http://schemas.microsoft.com/office/drawing/2014/main" id="{EF526DDC-EAB1-4BF5-8E5D-50EC6F871472}"/>
              </a:ext>
            </a:extLst>
          </p:cNvPr>
          <p:cNvGrpSpPr/>
          <p:nvPr/>
        </p:nvGrpSpPr>
        <p:grpSpPr>
          <a:xfrm>
            <a:off x="7751803" y="2444433"/>
            <a:ext cx="2088642" cy="565666"/>
            <a:chOff x="7878233" y="2480109"/>
            <a:chExt cx="2088642" cy="565666"/>
          </a:xfrm>
        </p:grpSpPr>
        <p:sp>
          <p:nvSpPr>
            <p:cNvPr id="33" name="TextBox 49">
              <a:extLst>
                <a:ext uri="{FF2B5EF4-FFF2-40B4-BE49-F238E27FC236}">
                  <a16:creationId xmlns:a16="http://schemas.microsoft.com/office/drawing/2014/main" id="{0D5B2B8C-E157-4B0E-9278-97007F92AEE9}"/>
                </a:ext>
              </a:extLst>
            </p:cNvPr>
            <p:cNvSpPr txBox="1"/>
            <p:nvPr/>
          </p:nvSpPr>
          <p:spPr>
            <a:xfrm>
              <a:off x="7878233" y="2480109"/>
              <a:ext cx="1996250" cy="307777"/>
            </a:xfrm>
            <a:prstGeom prst="rect">
              <a:avLst/>
            </a:prstGeom>
          </p:spPr>
          <p:txBody>
            <a:bodyPr lIns="0" tIns="0" rIns="0" bIns="0" rtlCol="0" anchor="t">
              <a:spAutoFit/>
            </a:bodyPr>
            <a:lstStyle/>
            <a:p>
              <a:pPr algn="ctr" latinLnBrk="1"/>
              <a:r>
                <a:rPr lang="zh-CN" altLang="en-US" sz="2000" dirty="0">
                  <a:solidFill>
                    <a:srgbClr val="000000"/>
                  </a:solidFill>
                  <a:latin typeface="Microsoft YaHei"/>
                  <a:ea typeface="Microsoft YaHei"/>
                </a:rPr>
                <a:t>预实验</a:t>
              </a:r>
              <a:endParaRPr lang="en-US" sz="1100" dirty="0"/>
            </a:p>
          </p:txBody>
        </p:sp>
        <p:sp>
          <p:nvSpPr>
            <p:cNvPr id="34" name="TextBox 50">
              <a:extLst>
                <a:ext uri="{FF2B5EF4-FFF2-40B4-BE49-F238E27FC236}">
                  <a16:creationId xmlns:a16="http://schemas.microsoft.com/office/drawing/2014/main" id="{20DF2283-6DCA-4B87-A251-9D50F5482473}"/>
                </a:ext>
              </a:extLst>
            </p:cNvPr>
            <p:cNvSpPr txBox="1"/>
            <p:nvPr/>
          </p:nvSpPr>
          <p:spPr>
            <a:xfrm>
              <a:off x="7878233" y="2861109"/>
              <a:ext cx="2088642" cy="184666"/>
            </a:xfrm>
            <a:prstGeom prst="rect">
              <a:avLst/>
            </a:prstGeom>
          </p:spPr>
          <p:txBody>
            <a:bodyPr lIns="0" tIns="0" rIns="0" bIns="0" rtlCol="0" anchor="t">
              <a:spAutoFit/>
            </a:bodyPr>
            <a:lstStyle/>
            <a:p>
              <a:pPr algn="l" latinLnBrk="1"/>
              <a:r>
                <a:rPr lang="zh-CN" altLang="en-US" sz="1200" dirty="0">
                  <a:solidFill>
                    <a:srgbClr val="000000"/>
                  </a:solidFill>
                  <a:latin typeface="Microsoft YaHei"/>
                  <a:ea typeface="Microsoft YaHei"/>
                </a:rPr>
                <a:t>判断初步结论，条件，参数等</a:t>
              </a:r>
              <a:endParaRPr lang="en-US" sz="1100" dirty="0"/>
            </a:p>
          </p:txBody>
        </p:sp>
      </p:grpSp>
      <p:sp>
        <p:nvSpPr>
          <p:cNvPr id="61" name="TextBox 46">
            <a:extLst>
              <a:ext uri="{FF2B5EF4-FFF2-40B4-BE49-F238E27FC236}">
                <a16:creationId xmlns:a16="http://schemas.microsoft.com/office/drawing/2014/main" id="{D43BF2E5-3FD8-4D5B-B7F5-D99DC5359044}"/>
              </a:ext>
            </a:extLst>
          </p:cNvPr>
          <p:cNvSpPr txBox="1"/>
          <p:nvPr/>
        </p:nvSpPr>
        <p:spPr>
          <a:xfrm>
            <a:off x="4940300" y="2480109"/>
            <a:ext cx="1996250" cy="307777"/>
          </a:xfrm>
          <a:prstGeom prst="rect">
            <a:avLst/>
          </a:prstGeom>
        </p:spPr>
        <p:txBody>
          <a:bodyPr lIns="0" tIns="0" rIns="0" bIns="0" rtlCol="0" anchor="t">
            <a:spAutoFit/>
          </a:bodyPr>
          <a:lstStyle/>
          <a:p>
            <a:pPr algn="ctr" latinLnBrk="1"/>
            <a:r>
              <a:rPr lang="zh-CN" altLang="en-US" sz="2000" dirty="0">
                <a:solidFill>
                  <a:srgbClr val="000000"/>
                </a:solidFill>
                <a:latin typeface="Microsoft YaHei"/>
                <a:ea typeface="Microsoft YaHei"/>
              </a:rPr>
              <a:t>正确解读题目</a:t>
            </a:r>
            <a:endParaRPr lang="en-US" altLang="zh-CN" sz="1100" dirty="0"/>
          </a:p>
        </p:txBody>
      </p:sp>
      <p:sp>
        <p:nvSpPr>
          <p:cNvPr id="62" name="TextBox 47">
            <a:extLst>
              <a:ext uri="{FF2B5EF4-FFF2-40B4-BE49-F238E27FC236}">
                <a16:creationId xmlns:a16="http://schemas.microsoft.com/office/drawing/2014/main" id="{32973088-3C79-436E-86BE-D5C5AA93E663}"/>
              </a:ext>
            </a:extLst>
          </p:cNvPr>
          <p:cNvSpPr txBox="1"/>
          <p:nvPr/>
        </p:nvSpPr>
        <p:spPr>
          <a:xfrm>
            <a:off x="4808914" y="2865043"/>
            <a:ext cx="2088642" cy="184666"/>
          </a:xfrm>
          <a:prstGeom prst="rect">
            <a:avLst/>
          </a:prstGeom>
        </p:spPr>
        <p:txBody>
          <a:bodyPr lIns="0" tIns="0" rIns="0" bIns="0" rtlCol="0" anchor="t">
            <a:spAutoFit/>
          </a:bodyPr>
          <a:lstStyle/>
          <a:p>
            <a:pPr algn="ctr" latinLnBrk="1"/>
            <a:r>
              <a:rPr lang="zh-CN" altLang="en-US" sz="1200" dirty="0">
                <a:solidFill>
                  <a:srgbClr val="000000"/>
                </a:solidFill>
                <a:latin typeface="Microsoft YaHei"/>
                <a:ea typeface="Microsoft YaHei"/>
              </a:rPr>
              <a:t>关键词，目的，方法</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1000"/>
                                        <p:tgtEl>
                                          <p:spTgt spid="3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1000"/>
                                        <p:tgtEl>
                                          <p:spTgt spid="3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fade">
                                      <p:cBhvr>
                                        <p:cTn id="16" dur="1000"/>
                                        <p:tgtEl>
                                          <p:spTgt spid="3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1000"/>
                                        <p:tgtEl>
                                          <p:spTgt spid="3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1000"/>
                                        <p:tgtEl>
                                          <p:spTgt spid="4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1000"/>
                                        <p:tgtEl>
                                          <p:spTgt spid="4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fade">
                                      <p:cBhvr>
                                        <p:cTn id="28" dur="1000"/>
                                        <p:tgtEl>
                                          <p:spTgt spid="4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fade">
                                      <p:cBhvr>
                                        <p:cTn id="31" dur="1000"/>
                                        <p:tgtEl>
                                          <p:spTgt spid="4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5"/>
                                        </p:tgtEl>
                                        <p:attrNameLst>
                                          <p:attrName>style.visibility</p:attrName>
                                        </p:attrNameLst>
                                      </p:cBhvr>
                                      <p:to>
                                        <p:strVal val="visible"/>
                                      </p:to>
                                    </p:set>
                                    <p:animEffect transition="in" filter="fade">
                                      <p:cBhvr>
                                        <p:cTn id="34" dur="1000"/>
                                        <p:tgtEl>
                                          <p:spTgt spid="5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animEffect transition="in" filter="fade">
                                      <p:cBhvr>
                                        <p:cTn id="37" dur="1000"/>
                                        <p:tgtEl>
                                          <p:spTgt spid="5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40" grpId="0" animBg="1"/>
      <p:bldP spid="41" grpId="0" animBg="1"/>
      <p:bldP spid="42" grpId="0" animBg="1"/>
      <p:bldP spid="43" grpId="0" animBg="1"/>
      <p:bldP spid="55" grpId="0" animBg="1"/>
      <p:bldP spid="58" grpId="0" animBg="1"/>
      <p:bldP spid="3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 name="Picture 1"/>
          <p:cNvPicPr>
            <a:picLocks noChangeAspect="1"/>
          </p:cNvPicPr>
          <p:nvPr/>
        </p:nvPicPr>
        <p:blipFill>
          <a:blip r:embed="rId2"/>
          <a:stretch>
            <a:fillRect/>
          </a:stretch>
        </p:blipFill>
        <p:spPr>
          <a:xfrm>
            <a:off x="4041902" y="486156"/>
            <a:ext cx="3472786" cy="820414"/>
          </a:xfrm>
          <a:prstGeom prst="rect">
            <a:avLst/>
          </a:prstGeom>
        </p:spPr>
      </p:pic>
      <p:sp>
        <p:nvSpPr>
          <p:cNvPr id="86" name="TextBox 2"/>
          <p:cNvSpPr txBox="1"/>
          <p:nvPr/>
        </p:nvSpPr>
        <p:spPr>
          <a:xfrm>
            <a:off x="4652434" y="812800"/>
            <a:ext cx="2869311" cy="369332"/>
          </a:xfrm>
          <a:prstGeom prst="rect">
            <a:avLst/>
          </a:prstGeom>
        </p:spPr>
        <p:txBody>
          <a:bodyPr lIns="0" tIns="0" rIns="0" bIns="0" rtlCol="0" anchor="t">
            <a:spAutoFit/>
          </a:bodyPr>
          <a:lstStyle/>
          <a:p>
            <a:pPr latinLnBrk="1"/>
            <a:r>
              <a:rPr lang="zh-CN" altLang="en-US" sz="2400" dirty="0">
                <a:solidFill>
                  <a:srgbClr val="FF0000"/>
                </a:solidFill>
                <a:latin typeface="Microsoft YaHei"/>
                <a:ea typeface="Microsoft YaHei"/>
              </a:rPr>
              <a:t>浏览并挑选题目</a:t>
            </a:r>
            <a:endParaRPr lang="en-US" altLang="zh-CN" sz="1200" dirty="0">
              <a:solidFill>
                <a:srgbClr val="FF0000"/>
              </a:solidFill>
            </a:endParaRPr>
          </a:p>
        </p:txBody>
      </p:sp>
      <p:pic>
        <p:nvPicPr>
          <p:cNvPr id="2" name="图片 1">
            <a:extLst>
              <a:ext uri="{FF2B5EF4-FFF2-40B4-BE49-F238E27FC236}">
                <a16:creationId xmlns:a16="http://schemas.microsoft.com/office/drawing/2014/main" id="{330F90CA-EFE1-44F3-A983-70B3DF45868E}"/>
              </a:ext>
            </a:extLst>
          </p:cNvPr>
          <p:cNvPicPr>
            <a:picLocks noChangeAspect="1"/>
          </p:cNvPicPr>
          <p:nvPr/>
        </p:nvPicPr>
        <p:blipFill>
          <a:blip r:embed="rId3"/>
          <a:stretch>
            <a:fillRect/>
          </a:stretch>
        </p:blipFill>
        <p:spPr>
          <a:xfrm>
            <a:off x="215900" y="1651000"/>
            <a:ext cx="3046046" cy="2231851"/>
          </a:xfrm>
          <a:prstGeom prst="rect">
            <a:avLst/>
          </a:prstGeom>
        </p:spPr>
      </p:pic>
      <p:pic>
        <p:nvPicPr>
          <p:cNvPr id="3" name="图片 2">
            <a:extLst>
              <a:ext uri="{FF2B5EF4-FFF2-40B4-BE49-F238E27FC236}">
                <a16:creationId xmlns:a16="http://schemas.microsoft.com/office/drawing/2014/main" id="{8353A897-D66A-40D3-9C49-44D026DD65A5}"/>
              </a:ext>
            </a:extLst>
          </p:cNvPr>
          <p:cNvPicPr>
            <a:picLocks noChangeAspect="1"/>
          </p:cNvPicPr>
          <p:nvPr/>
        </p:nvPicPr>
        <p:blipFill>
          <a:blip r:embed="rId4"/>
          <a:stretch>
            <a:fillRect/>
          </a:stretch>
        </p:blipFill>
        <p:spPr>
          <a:xfrm>
            <a:off x="220134" y="4089400"/>
            <a:ext cx="3262040" cy="1676400"/>
          </a:xfrm>
          <a:prstGeom prst="rect">
            <a:avLst/>
          </a:prstGeom>
        </p:spPr>
      </p:pic>
      <p:pic>
        <p:nvPicPr>
          <p:cNvPr id="4" name="图片 3">
            <a:extLst>
              <a:ext uri="{FF2B5EF4-FFF2-40B4-BE49-F238E27FC236}">
                <a16:creationId xmlns:a16="http://schemas.microsoft.com/office/drawing/2014/main" id="{76EEA499-5C3B-41C0-B8DC-1BA3FFC3AD87}"/>
              </a:ext>
            </a:extLst>
          </p:cNvPr>
          <p:cNvPicPr>
            <a:picLocks noChangeAspect="1"/>
          </p:cNvPicPr>
          <p:nvPr/>
        </p:nvPicPr>
        <p:blipFill>
          <a:blip r:embed="rId5"/>
          <a:stretch>
            <a:fillRect/>
          </a:stretch>
        </p:blipFill>
        <p:spPr>
          <a:xfrm>
            <a:off x="3644900" y="1651000"/>
            <a:ext cx="3771429" cy="2314286"/>
          </a:xfrm>
          <a:prstGeom prst="rect">
            <a:avLst/>
          </a:prstGeom>
        </p:spPr>
      </p:pic>
      <p:pic>
        <p:nvPicPr>
          <p:cNvPr id="5" name="图片 4">
            <a:extLst>
              <a:ext uri="{FF2B5EF4-FFF2-40B4-BE49-F238E27FC236}">
                <a16:creationId xmlns:a16="http://schemas.microsoft.com/office/drawing/2014/main" id="{A8624A3F-F855-4853-9A49-6D027478973E}"/>
              </a:ext>
            </a:extLst>
          </p:cNvPr>
          <p:cNvPicPr>
            <a:picLocks noChangeAspect="1"/>
          </p:cNvPicPr>
          <p:nvPr/>
        </p:nvPicPr>
        <p:blipFill>
          <a:blip r:embed="rId6"/>
          <a:stretch>
            <a:fillRect/>
          </a:stretch>
        </p:blipFill>
        <p:spPr>
          <a:xfrm>
            <a:off x="8152767" y="1161014"/>
            <a:ext cx="2414266" cy="2911453"/>
          </a:xfrm>
          <a:prstGeom prst="rect">
            <a:avLst/>
          </a:prstGeom>
        </p:spPr>
      </p:pic>
      <p:pic>
        <p:nvPicPr>
          <p:cNvPr id="16" name="Picture 2" descr="https://dss2.bdstatic.com/70cFvnSh_Q1YnxGkpoWK1HF6hhy/it/u=2053162191,3987187857&amp;fm=26&amp;gp=0.jpg">
            <a:extLst>
              <a:ext uri="{FF2B5EF4-FFF2-40B4-BE49-F238E27FC236}">
                <a16:creationId xmlns:a16="http://schemas.microsoft.com/office/drawing/2014/main" id="{190F029A-1375-442B-9C50-F2B248AC24D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48823" y="4192623"/>
            <a:ext cx="1676400" cy="182009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s://dss1.bdstatic.com/70cFuXSh_Q1YnxGkpoWK1HF6hhy/it/u=2308046960,918991839&amp;fm=26&amp;gp=0.jpg">
            <a:extLst>
              <a:ext uri="{FF2B5EF4-FFF2-40B4-BE49-F238E27FC236}">
                <a16:creationId xmlns:a16="http://schemas.microsoft.com/office/drawing/2014/main" id="{B9F692C5-3147-4903-A8A1-900876FD2D2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91872" y="4336314"/>
            <a:ext cx="1676400" cy="1676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1000"/>
                                        <p:tgtEl>
                                          <p:spTgt spid="8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6"/>
                                        </p:tgtEl>
                                        <p:attrNameLst>
                                          <p:attrName>style.visibility</p:attrName>
                                        </p:attrNameLst>
                                      </p:cBhvr>
                                      <p:to>
                                        <p:strVal val="visible"/>
                                      </p:to>
                                    </p:set>
                                    <p:animEffect transition="in" filter="fade">
                                      <p:cBhvr>
                                        <p:cTn id="10" dur="10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8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 name="Picture 1"/>
          <p:cNvPicPr>
            <a:picLocks noChangeAspect="1"/>
          </p:cNvPicPr>
          <p:nvPr/>
        </p:nvPicPr>
        <p:blipFill>
          <a:blip r:embed="rId2"/>
          <a:stretch>
            <a:fillRect/>
          </a:stretch>
        </p:blipFill>
        <p:spPr>
          <a:xfrm>
            <a:off x="4041902" y="486156"/>
            <a:ext cx="3472786" cy="820414"/>
          </a:xfrm>
          <a:prstGeom prst="rect">
            <a:avLst/>
          </a:prstGeom>
        </p:spPr>
      </p:pic>
      <p:sp>
        <p:nvSpPr>
          <p:cNvPr id="86" name="TextBox 2"/>
          <p:cNvSpPr txBox="1"/>
          <p:nvPr/>
        </p:nvSpPr>
        <p:spPr>
          <a:xfrm>
            <a:off x="4653316" y="812800"/>
            <a:ext cx="2869311" cy="369332"/>
          </a:xfrm>
          <a:prstGeom prst="rect">
            <a:avLst/>
          </a:prstGeom>
        </p:spPr>
        <p:txBody>
          <a:bodyPr lIns="0" tIns="0" rIns="0" bIns="0" rtlCol="0" anchor="t">
            <a:spAutoFit/>
          </a:bodyPr>
          <a:lstStyle/>
          <a:p>
            <a:pPr latinLnBrk="1"/>
            <a:r>
              <a:rPr lang="zh-CN" altLang="en-US" sz="2400" dirty="0">
                <a:solidFill>
                  <a:srgbClr val="FF0000"/>
                </a:solidFill>
                <a:latin typeface="Microsoft YaHei"/>
                <a:ea typeface="Microsoft YaHei"/>
              </a:rPr>
              <a:t>浏览并挑选题目</a:t>
            </a:r>
            <a:endParaRPr lang="en-US" altLang="zh-CN" sz="1200" dirty="0">
              <a:solidFill>
                <a:srgbClr val="FF0000"/>
              </a:solidFill>
            </a:endParaRPr>
          </a:p>
        </p:txBody>
      </p:sp>
      <p:pic>
        <p:nvPicPr>
          <p:cNvPr id="16" name="Picture 2" descr="https://dss2.bdstatic.com/70cFvnSh_Q1YnxGkpoWK1HF6hhy/it/u=2053162191,3987187857&amp;fm=26&amp;gp=0.jpg">
            <a:extLst>
              <a:ext uri="{FF2B5EF4-FFF2-40B4-BE49-F238E27FC236}">
                <a16:creationId xmlns:a16="http://schemas.microsoft.com/office/drawing/2014/main" id="{190F029A-1375-442B-9C50-F2B248AC2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100" y="1651000"/>
            <a:ext cx="1722521" cy="187016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s://dss1.bdstatic.com/70cFuXSh_Q1YnxGkpoWK1HF6hhy/it/u=2308046960,918991839&amp;fm=26&amp;gp=0.jpg">
            <a:extLst>
              <a:ext uri="{FF2B5EF4-FFF2-40B4-BE49-F238E27FC236}">
                <a16:creationId xmlns:a16="http://schemas.microsoft.com/office/drawing/2014/main" id="{B9F692C5-3147-4903-A8A1-900876FD2D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500" y="4241800"/>
            <a:ext cx="1676400" cy="16764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接连接符 6">
            <a:extLst>
              <a:ext uri="{FF2B5EF4-FFF2-40B4-BE49-F238E27FC236}">
                <a16:creationId xmlns:a16="http://schemas.microsoft.com/office/drawing/2014/main" id="{D7FDF828-451A-4E9C-8005-C3A7410A2A0A}"/>
              </a:ext>
            </a:extLst>
          </p:cNvPr>
          <p:cNvCxnSpPr/>
          <p:nvPr/>
        </p:nvCxnSpPr>
        <p:spPr>
          <a:xfrm>
            <a:off x="444295" y="3937000"/>
            <a:ext cx="106680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 name="直接连接符 8">
            <a:extLst>
              <a:ext uri="{FF2B5EF4-FFF2-40B4-BE49-F238E27FC236}">
                <a16:creationId xmlns:a16="http://schemas.microsoft.com/office/drawing/2014/main" id="{A4EE0CDF-366F-44B0-A87E-1D9F78520F86}"/>
              </a:ext>
            </a:extLst>
          </p:cNvPr>
          <p:cNvCxnSpPr/>
          <p:nvPr/>
        </p:nvCxnSpPr>
        <p:spPr>
          <a:xfrm>
            <a:off x="2806700" y="1727200"/>
            <a:ext cx="0" cy="41910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文本框 9">
            <a:extLst>
              <a:ext uri="{FF2B5EF4-FFF2-40B4-BE49-F238E27FC236}">
                <a16:creationId xmlns:a16="http://schemas.microsoft.com/office/drawing/2014/main" id="{628C684A-A5D3-43EB-916F-427AC13D1805}"/>
              </a:ext>
            </a:extLst>
          </p:cNvPr>
          <p:cNvSpPr txBox="1"/>
          <p:nvPr/>
        </p:nvSpPr>
        <p:spPr>
          <a:xfrm>
            <a:off x="3416300" y="2391616"/>
            <a:ext cx="2262158" cy="646331"/>
          </a:xfrm>
          <a:prstGeom prst="rect">
            <a:avLst/>
          </a:prstGeom>
          <a:noFill/>
        </p:spPr>
        <p:txBody>
          <a:bodyPr wrap="none" rtlCol="0">
            <a:spAutoFit/>
          </a:bodyPr>
          <a:lstStyle/>
          <a:p>
            <a:pPr algn="ctr"/>
            <a:r>
              <a:rPr lang="zh-CN" altLang="en-US" dirty="0"/>
              <a:t>不要害怕</a:t>
            </a:r>
            <a:endParaRPr lang="en-US" altLang="zh-CN" dirty="0"/>
          </a:p>
          <a:p>
            <a:pPr algn="ctr"/>
            <a:r>
              <a:rPr lang="zh-CN" altLang="en-US" dirty="0"/>
              <a:t>反正别人也不一定会</a:t>
            </a:r>
          </a:p>
        </p:txBody>
      </p:sp>
      <p:sp>
        <p:nvSpPr>
          <p:cNvPr id="15" name="文本框 14">
            <a:extLst>
              <a:ext uri="{FF2B5EF4-FFF2-40B4-BE49-F238E27FC236}">
                <a16:creationId xmlns:a16="http://schemas.microsoft.com/office/drawing/2014/main" id="{96EFE38C-B268-4D7B-AA5E-6957376E3E75}"/>
              </a:ext>
            </a:extLst>
          </p:cNvPr>
          <p:cNvSpPr txBox="1"/>
          <p:nvPr/>
        </p:nvSpPr>
        <p:spPr>
          <a:xfrm>
            <a:off x="3877965" y="4699000"/>
            <a:ext cx="1338828" cy="646331"/>
          </a:xfrm>
          <a:prstGeom prst="rect">
            <a:avLst/>
          </a:prstGeom>
          <a:noFill/>
        </p:spPr>
        <p:txBody>
          <a:bodyPr wrap="none" rtlCol="0">
            <a:spAutoFit/>
          </a:bodyPr>
          <a:lstStyle/>
          <a:p>
            <a:pPr algn="ctr"/>
            <a:r>
              <a:rPr lang="zh-CN" altLang="en-US" dirty="0"/>
              <a:t>不要太高兴</a:t>
            </a:r>
            <a:endParaRPr lang="en-US" altLang="zh-CN" dirty="0"/>
          </a:p>
          <a:p>
            <a:pPr algn="ctr"/>
            <a:r>
              <a:rPr lang="zh-CN" altLang="en-US" dirty="0"/>
              <a:t>没那么简单</a:t>
            </a:r>
          </a:p>
        </p:txBody>
      </p:sp>
      <p:sp>
        <p:nvSpPr>
          <p:cNvPr id="11" name="文本框 10">
            <a:extLst>
              <a:ext uri="{FF2B5EF4-FFF2-40B4-BE49-F238E27FC236}">
                <a16:creationId xmlns:a16="http://schemas.microsoft.com/office/drawing/2014/main" id="{25B2FC8E-CCCF-4CBD-A9EF-3C1598317E78}"/>
              </a:ext>
            </a:extLst>
          </p:cNvPr>
          <p:cNvSpPr txBox="1"/>
          <p:nvPr/>
        </p:nvSpPr>
        <p:spPr>
          <a:xfrm>
            <a:off x="6667837" y="2530115"/>
            <a:ext cx="2031325" cy="369332"/>
          </a:xfrm>
          <a:prstGeom prst="rect">
            <a:avLst/>
          </a:prstGeom>
          <a:noFill/>
        </p:spPr>
        <p:txBody>
          <a:bodyPr wrap="none" rtlCol="0">
            <a:spAutoFit/>
          </a:bodyPr>
          <a:lstStyle/>
          <a:p>
            <a:r>
              <a:rPr lang="zh-CN" altLang="en-US" dirty="0"/>
              <a:t>突破之后就很丝滑</a:t>
            </a:r>
          </a:p>
        </p:txBody>
      </p:sp>
      <p:sp>
        <p:nvSpPr>
          <p:cNvPr id="17" name="文本框 16">
            <a:extLst>
              <a:ext uri="{FF2B5EF4-FFF2-40B4-BE49-F238E27FC236}">
                <a16:creationId xmlns:a16="http://schemas.microsoft.com/office/drawing/2014/main" id="{48544BEC-BEE4-42D4-9189-9C19CF749F4D}"/>
              </a:ext>
            </a:extLst>
          </p:cNvPr>
          <p:cNvSpPr txBox="1"/>
          <p:nvPr/>
        </p:nvSpPr>
        <p:spPr>
          <a:xfrm>
            <a:off x="6667837" y="4605222"/>
            <a:ext cx="2951449" cy="923330"/>
          </a:xfrm>
          <a:prstGeom prst="rect">
            <a:avLst/>
          </a:prstGeom>
          <a:noFill/>
        </p:spPr>
        <p:txBody>
          <a:bodyPr wrap="none" rtlCol="0">
            <a:spAutoFit/>
          </a:bodyPr>
          <a:lstStyle/>
          <a:p>
            <a:r>
              <a:rPr lang="en-US" altLang="zh-CN" dirty="0"/>
              <a:t>1. </a:t>
            </a:r>
            <a:r>
              <a:rPr lang="zh-CN" altLang="en-US" dirty="0"/>
              <a:t>容易审题不清</a:t>
            </a:r>
            <a:endParaRPr lang="en-US" altLang="zh-CN" dirty="0"/>
          </a:p>
          <a:p>
            <a:r>
              <a:rPr lang="en-US" altLang="zh-CN" dirty="0"/>
              <a:t>2. </a:t>
            </a:r>
            <a:r>
              <a:rPr lang="zh-CN" altLang="en-US" dirty="0"/>
              <a:t>参数多，容易考虑不周全</a:t>
            </a:r>
            <a:endParaRPr lang="en-US" altLang="zh-CN" dirty="0"/>
          </a:p>
          <a:p>
            <a:r>
              <a:rPr lang="en-US" altLang="zh-CN" dirty="0"/>
              <a:t>3. </a:t>
            </a:r>
            <a:r>
              <a:rPr lang="zh-CN" altLang="en-US" dirty="0"/>
              <a:t>实验方案及规避误差</a:t>
            </a:r>
          </a:p>
        </p:txBody>
      </p:sp>
    </p:spTree>
    <p:extLst>
      <p:ext uri="{BB962C8B-B14F-4D97-AF65-F5344CB8AC3E}">
        <p14:creationId xmlns:p14="http://schemas.microsoft.com/office/powerpoint/2010/main" val="52909894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1000"/>
                                        <p:tgtEl>
                                          <p:spTgt spid="8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6"/>
                                        </p:tgtEl>
                                        <p:attrNameLst>
                                          <p:attrName>style.visibility</p:attrName>
                                        </p:attrNameLst>
                                      </p:cBhvr>
                                      <p:to>
                                        <p:strVal val="visible"/>
                                      </p:to>
                                    </p:set>
                                    <p:animEffect transition="in" filter="fade">
                                      <p:cBhvr>
                                        <p:cTn id="10" dur="10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8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0" name="Picture 1"/>
          <p:cNvPicPr>
            <a:picLocks noChangeAspect="1"/>
          </p:cNvPicPr>
          <p:nvPr/>
        </p:nvPicPr>
        <p:blipFill>
          <a:blip r:embed="rId2"/>
          <a:stretch>
            <a:fillRect/>
          </a:stretch>
        </p:blipFill>
        <p:spPr>
          <a:xfrm>
            <a:off x="4041902" y="486156"/>
            <a:ext cx="3472786" cy="820414"/>
          </a:xfrm>
          <a:prstGeom prst="rect">
            <a:avLst/>
          </a:prstGeom>
        </p:spPr>
      </p:pic>
      <p:sp>
        <p:nvSpPr>
          <p:cNvPr id="101" name="TextBox 2"/>
          <p:cNvSpPr txBox="1"/>
          <p:nvPr/>
        </p:nvSpPr>
        <p:spPr>
          <a:xfrm>
            <a:off x="4266438" y="776224"/>
            <a:ext cx="2899982" cy="369332"/>
          </a:xfrm>
          <a:prstGeom prst="rect">
            <a:avLst/>
          </a:prstGeom>
        </p:spPr>
        <p:txBody>
          <a:bodyPr lIns="0" tIns="0" rIns="0" bIns="0" rtlCol="0" anchor="t">
            <a:spAutoFit/>
          </a:bodyPr>
          <a:lstStyle/>
          <a:p>
            <a:pPr algn="ctr" latinLnBrk="1"/>
            <a:r>
              <a:rPr lang="zh-CN" altLang="en-US" sz="2400" dirty="0">
                <a:solidFill>
                  <a:srgbClr val="FF0000"/>
                </a:solidFill>
                <a:latin typeface="Microsoft YaHei"/>
                <a:ea typeface="Microsoft YaHei"/>
              </a:rPr>
              <a:t>正确解读题目</a:t>
            </a:r>
            <a:endParaRPr lang="en-US" altLang="zh-CN" sz="1200" dirty="0">
              <a:solidFill>
                <a:srgbClr val="FF0000"/>
              </a:solidFill>
            </a:endParaRPr>
          </a:p>
        </p:txBody>
      </p:sp>
      <p:pic>
        <p:nvPicPr>
          <p:cNvPr id="102" name="Picture 3"/>
          <p:cNvPicPr>
            <a:picLocks noChangeAspect="1"/>
          </p:cNvPicPr>
          <p:nvPr/>
        </p:nvPicPr>
        <p:blipFill>
          <a:blip r:embed="rId3"/>
          <a:stretch>
            <a:fillRect/>
          </a:stretch>
        </p:blipFill>
        <p:spPr>
          <a:xfrm>
            <a:off x="2023999" y="1803908"/>
            <a:ext cx="7960169" cy="944724"/>
          </a:xfrm>
          <a:prstGeom prst="rect">
            <a:avLst/>
          </a:prstGeom>
        </p:spPr>
      </p:pic>
      <p:pic>
        <p:nvPicPr>
          <p:cNvPr id="103" name="Picture 4"/>
          <p:cNvPicPr>
            <a:picLocks noChangeAspect="1"/>
          </p:cNvPicPr>
          <p:nvPr/>
        </p:nvPicPr>
        <p:blipFill>
          <a:blip r:embed="rId4"/>
          <a:stretch>
            <a:fillRect/>
          </a:stretch>
        </p:blipFill>
        <p:spPr>
          <a:xfrm>
            <a:off x="1127379" y="1962658"/>
            <a:ext cx="1439984" cy="1477962"/>
          </a:xfrm>
          <a:prstGeom prst="rect">
            <a:avLst/>
          </a:prstGeom>
        </p:spPr>
      </p:pic>
      <p:pic>
        <p:nvPicPr>
          <p:cNvPr id="104" name="Picture 5"/>
          <p:cNvPicPr>
            <a:picLocks noChangeAspect="1"/>
          </p:cNvPicPr>
          <p:nvPr/>
        </p:nvPicPr>
        <p:blipFill>
          <a:blip r:embed="rId4"/>
          <a:stretch>
            <a:fillRect/>
          </a:stretch>
        </p:blipFill>
        <p:spPr>
          <a:xfrm>
            <a:off x="3298063" y="2653411"/>
            <a:ext cx="1439984" cy="1477962"/>
          </a:xfrm>
          <a:prstGeom prst="rect">
            <a:avLst/>
          </a:prstGeom>
        </p:spPr>
      </p:pic>
      <p:pic>
        <p:nvPicPr>
          <p:cNvPr id="105" name="Picture 6"/>
          <p:cNvPicPr>
            <a:picLocks noChangeAspect="1"/>
          </p:cNvPicPr>
          <p:nvPr/>
        </p:nvPicPr>
        <p:blipFill>
          <a:blip r:embed="rId4"/>
          <a:stretch>
            <a:fillRect/>
          </a:stretch>
        </p:blipFill>
        <p:spPr>
          <a:xfrm>
            <a:off x="6164453" y="2285746"/>
            <a:ext cx="1439984" cy="1477962"/>
          </a:xfrm>
          <a:prstGeom prst="rect">
            <a:avLst/>
          </a:prstGeom>
        </p:spPr>
      </p:pic>
      <p:pic>
        <p:nvPicPr>
          <p:cNvPr id="106" name="Picture 7"/>
          <p:cNvPicPr>
            <a:picLocks noChangeAspect="1"/>
          </p:cNvPicPr>
          <p:nvPr/>
        </p:nvPicPr>
        <p:blipFill>
          <a:blip r:embed="rId4"/>
          <a:stretch>
            <a:fillRect/>
          </a:stretch>
        </p:blipFill>
        <p:spPr>
          <a:xfrm>
            <a:off x="9092184" y="1803400"/>
            <a:ext cx="1439984" cy="1477962"/>
          </a:xfrm>
          <a:prstGeom prst="rect">
            <a:avLst/>
          </a:prstGeom>
        </p:spPr>
      </p:pic>
      <p:sp>
        <p:nvSpPr>
          <p:cNvPr id="107" name="TextBox 8"/>
          <p:cNvSpPr txBox="1"/>
          <p:nvPr/>
        </p:nvSpPr>
        <p:spPr>
          <a:xfrm>
            <a:off x="1371600" y="2565146"/>
            <a:ext cx="941515" cy="353943"/>
          </a:xfrm>
          <a:prstGeom prst="rect">
            <a:avLst/>
          </a:prstGeom>
        </p:spPr>
        <p:txBody>
          <a:bodyPr lIns="0" tIns="0" rIns="0" bIns="0" rtlCol="0" anchor="t">
            <a:spAutoFit/>
          </a:bodyPr>
          <a:lstStyle/>
          <a:p>
            <a:pPr algn="ctr" latinLnBrk="1"/>
            <a:r>
              <a:rPr lang="en-US" altLang="zh-CN" sz="2300" dirty="0">
                <a:solidFill>
                  <a:srgbClr val="000000"/>
                </a:solidFill>
                <a:latin typeface="Microsoft YaHei"/>
                <a:ea typeface="Microsoft YaHei"/>
              </a:rPr>
              <a:t>1</a:t>
            </a:r>
            <a:endParaRPr lang="en-US" sz="1100" dirty="0"/>
          </a:p>
        </p:txBody>
      </p:sp>
      <p:sp>
        <p:nvSpPr>
          <p:cNvPr id="109" name="TextBox 10"/>
          <p:cNvSpPr txBox="1"/>
          <p:nvPr/>
        </p:nvSpPr>
        <p:spPr>
          <a:xfrm>
            <a:off x="3543300" y="3263646"/>
            <a:ext cx="941515" cy="353943"/>
          </a:xfrm>
          <a:prstGeom prst="rect">
            <a:avLst/>
          </a:prstGeom>
        </p:spPr>
        <p:txBody>
          <a:bodyPr lIns="0" tIns="0" rIns="0" bIns="0" rtlCol="0" anchor="t">
            <a:spAutoFit/>
          </a:bodyPr>
          <a:lstStyle/>
          <a:p>
            <a:pPr algn="ctr" latinLnBrk="1"/>
            <a:r>
              <a:rPr lang="en-US" altLang="zh-CN" sz="2300" dirty="0">
                <a:solidFill>
                  <a:srgbClr val="000000"/>
                </a:solidFill>
                <a:latin typeface="Microsoft YaHei"/>
                <a:ea typeface="Microsoft YaHei"/>
              </a:rPr>
              <a:t>2</a:t>
            </a:r>
            <a:endParaRPr lang="en-US" sz="1100" dirty="0"/>
          </a:p>
        </p:txBody>
      </p:sp>
      <p:sp>
        <p:nvSpPr>
          <p:cNvPr id="111" name="TextBox 12"/>
          <p:cNvSpPr txBox="1"/>
          <p:nvPr/>
        </p:nvSpPr>
        <p:spPr>
          <a:xfrm>
            <a:off x="6388100" y="2933446"/>
            <a:ext cx="941515" cy="353943"/>
          </a:xfrm>
          <a:prstGeom prst="rect">
            <a:avLst/>
          </a:prstGeom>
        </p:spPr>
        <p:txBody>
          <a:bodyPr lIns="0" tIns="0" rIns="0" bIns="0" rtlCol="0" anchor="t">
            <a:spAutoFit/>
          </a:bodyPr>
          <a:lstStyle/>
          <a:p>
            <a:pPr algn="ctr" latinLnBrk="1"/>
            <a:r>
              <a:rPr lang="en-US" altLang="zh-CN" sz="2300" dirty="0">
                <a:solidFill>
                  <a:srgbClr val="000000"/>
                </a:solidFill>
                <a:latin typeface="Microsoft YaHei"/>
                <a:ea typeface="Microsoft YaHei"/>
              </a:rPr>
              <a:t>3</a:t>
            </a:r>
            <a:endParaRPr lang="en-US" sz="1100" dirty="0"/>
          </a:p>
        </p:txBody>
      </p:sp>
      <p:sp>
        <p:nvSpPr>
          <p:cNvPr id="113" name="TextBox 14"/>
          <p:cNvSpPr txBox="1"/>
          <p:nvPr/>
        </p:nvSpPr>
        <p:spPr>
          <a:xfrm>
            <a:off x="9347200" y="2463546"/>
            <a:ext cx="941515" cy="353943"/>
          </a:xfrm>
          <a:prstGeom prst="rect">
            <a:avLst/>
          </a:prstGeom>
        </p:spPr>
        <p:txBody>
          <a:bodyPr lIns="0" tIns="0" rIns="0" bIns="0" rtlCol="0" anchor="t">
            <a:spAutoFit/>
          </a:bodyPr>
          <a:lstStyle/>
          <a:p>
            <a:pPr algn="ctr" latinLnBrk="1"/>
            <a:r>
              <a:rPr lang="en-US" altLang="zh-CN" sz="2300" dirty="0">
                <a:solidFill>
                  <a:srgbClr val="000000"/>
                </a:solidFill>
                <a:latin typeface="Microsoft YaHei"/>
                <a:ea typeface="Microsoft YaHei"/>
              </a:rPr>
              <a:t>4</a:t>
            </a:r>
            <a:endParaRPr lang="en-US" sz="1100" dirty="0"/>
          </a:p>
        </p:txBody>
      </p:sp>
      <p:sp>
        <p:nvSpPr>
          <p:cNvPr id="2" name="文本框 1">
            <a:extLst>
              <a:ext uri="{FF2B5EF4-FFF2-40B4-BE49-F238E27FC236}">
                <a16:creationId xmlns:a16="http://schemas.microsoft.com/office/drawing/2014/main" id="{0FCC19BC-AD64-4D98-89E2-136F409242FA}"/>
              </a:ext>
            </a:extLst>
          </p:cNvPr>
          <p:cNvSpPr txBox="1"/>
          <p:nvPr/>
        </p:nvSpPr>
        <p:spPr>
          <a:xfrm>
            <a:off x="1246032" y="3762041"/>
            <a:ext cx="1569660" cy="369332"/>
          </a:xfrm>
          <a:prstGeom prst="rect">
            <a:avLst/>
          </a:prstGeom>
          <a:noFill/>
        </p:spPr>
        <p:txBody>
          <a:bodyPr wrap="none" rtlCol="0">
            <a:spAutoFit/>
          </a:bodyPr>
          <a:lstStyle/>
          <a:p>
            <a:r>
              <a:rPr lang="zh-CN" altLang="en-US" dirty="0"/>
              <a:t>中</a:t>
            </a:r>
            <a:r>
              <a:rPr lang="zh-CN" altLang="en-US" dirty="0">
                <a:solidFill>
                  <a:srgbClr val="FF0000"/>
                </a:solidFill>
              </a:rPr>
              <a:t>英</a:t>
            </a:r>
            <a:r>
              <a:rPr lang="zh-CN" altLang="en-US" dirty="0"/>
              <a:t>文原题目</a:t>
            </a:r>
          </a:p>
        </p:txBody>
      </p:sp>
      <p:sp>
        <p:nvSpPr>
          <p:cNvPr id="18" name="文本框 17">
            <a:extLst>
              <a:ext uri="{FF2B5EF4-FFF2-40B4-BE49-F238E27FC236}">
                <a16:creationId xmlns:a16="http://schemas.microsoft.com/office/drawing/2014/main" id="{47EE62B4-BD88-4FC8-BFE1-5AEE44E41241}"/>
              </a:ext>
            </a:extLst>
          </p:cNvPr>
          <p:cNvSpPr txBox="1"/>
          <p:nvPr/>
        </p:nvSpPr>
        <p:spPr>
          <a:xfrm>
            <a:off x="3682137" y="4277055"/>
            <a:ext cx="877163" cy="369332"/>
          </a:xfrm>
          <a:prstGeom prst="rect">
            <a:avLst/>
          </a:prstGeom>
          <a:noFill/>
        </p:spPr>
        <p:txBody>
          <a:bodyPr wrap="none" rtlCol="0">
            <a:spAutoFit/>
          </a:bodyPr>
          <a:lstStyle/>
          <a:p>
            <a:r>
              <a:rPr lang="zh-CN" altLang="en-US" dirty="0"/>
              <a:t>关键字</a:t>
            </a:r>
          </a:p>
        </p:txBody>
      </p:sp>
      <p:sp>
        <p:nvSpPr>
          <p:cNvPr id="19" name="文本框 18">
            <a:extLst>
              <a:ext uri="{FF2B5EF4-FFF2-40B4-BE49-F238E27FC236}">
                <a16:creationId xmlns:a16="http://schemas.microsoft.com/office/drawing/2014/main" id="{D6F5B56D-0589-4498-9520-8A8B7F46FB53}"/>
              </a:ext>
            </a:extLst>
          </p:cNvPr>
          <p:cNvSpPr txBox="1"/>
          <p:nvPr/>
        </p:nvSpPr>
        <p:spPr>
          <a:xfrm>
            <a:off x="6656169" y="3946707"/>
            <a:ext cx="646331" cy="369332"/>
          </a:xfrm>
          <a:prstGeom prst="rect">
            <a:avLst/>
          </a:prstGeom>
          <a:noFill/>
        </p:spPr>
        <p:txBody>
          <a:bodyPr wrap="none" rtlCol="0">
            <a:spAutoFit/>
          </a:bodyPr>
          <a:lstStyle/>
          <a:p>
            <a:r>
              <a:rPr lang="zh-CN" altLang="en-US" dirty="0"/>
              <a:t>目的</a:t>
            </a:r>
          </a:p>
        </p:txBody>
      </p:sp>
      <p:sp>
        <p:nvSpPr>
          <p:cNvPr id="20" name="文本框 19">
            <a:extLst>
              <a:ext uri="{FF2B5EF4-FFF2-40B4-BE49-F238E27FC236}">
                <a16:creationId xmlns:a16="http://schemas.microsoft.com/office/drawing/2014/main" id="{4CAC429C-5FEA-406A-9E6D-96B5BDB50F59}"/>
              </a:ext>
            </a:extLst>
          </p:cNvPr>
          <p:cNvSpPr txBox="1"/>
          <p:nvPr/>
        </p:nvSpPr>
        <p:spPr>
          <a:xfrm>
            <a:off x="9363443" y="3550522"/>
            <a:ext cx="1107996" cy="369332"/>
          </a:xfrm>
          <a:prstGeom prst="rect">
            <a:avLst/>
          </a:prstGeom>
          <a:noFill/>
        </p:spPr>
        <p:txBody>
          <a:bodyPr wrap="none" rtlCol="0">
            <a:spAutoFit/>
          </a:bodyPr>
          <a:lstStyle/>
          <a:p>
            <a:r>
              <a:rPr lang="zh-CN" altLang="en-US" dirty="0"/>
              <a:t>提取参数</a:t>
            </a:r>
          </a:p>
        </p:txBody>
      </p:sp>
      <p:sp>
        <p:nvSpPr>
          <p:cNvPr id="3" name="文本框 2">
            <a:extLst>
              <a:ext uri="{FF2B5EF4-FFF2-40B4-BE49-F238E27FC236}">
                <a16:creationId xmlns:a16="http://schemas.microsoft.com/office/drawing/2014/main" id="{731CDEED-F92A-43C2-A04F-5D6805A4B987}"/>
              </a:ext>
            </a:extLst>
          </p:cNvPr>
          <p:cNvSpPr txBox="1"/>
          <p:nvPr/>
        </p:nvSpPr>
        <p:spPr>
          <a:xfrm>
            <a:off x="1246032" y="5213290"/>
            <a:ext cx="7879080" cy="400110"/>
          </a:xfrm>
          <a:prstGeom prst="rect">
            <a:avLst/>
          </a:prstGeom>
          <a:noFill/>
        </p:spPr>
        <p:txBody>
          <a:bodyPr wrap="none" rtlCol="0">
            <a:spAutoFit/>
          </a:bodyPr>
          <a:lstStyle/>
          <a:p>
            <a:r>
              <a:rPr lang="zh-CN" altLang="en-US" sz="2000" dirty="0">
                <a:solidFill>
                  <a:srgbClr val="FF0000"/>
                </a:solidFill>
              </a:rPr>
              <a:t>紧密围绕目的和关键字</a:t>
            </a:r>
            <a:r>
              <a:rPr lang="zh-CN" altLang="en-US" sz="2000" dirty="0"/>
              <a:t>，提取参数，找出参数对目的及关键字的影响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1000"/>
                                        <p:tgtEl>
                                          <p:spTgt spid="10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1000"/>
                                        <p:tgtEl>
                                          <p:spTgt spid="10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1000"/>
                                        <p:tgtEl>
                                          <p:spTgt spid="10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3"/>
                                        </p:tgtEl>
                                        <p:attrNameLst>
                                          <p:attrName>style.visibility</p:attrName>
                                        </p:attrNameLst>
                                      </p:cBhvr>
                                      <p:to>
                                        <p:strVal val="visible"/>
                                      </p:to>
                                    </p:set>
                                    <p:animEffect transition="in" filter="fade">
                                      <p:cBhvr>
                                        <p:cTn id="16" dur="1000"/>
                                        <p:tgtEl>
                                          <p:spTgt spid="10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4"/>
                                        </p:tgtEl>
                                        <p:attrNameLst>
                                          <p:attrName>style.visibility</p:attrName>
                                        </p:attrNameLst>
                                      </p:cBhvr>
                                      <p:to>
                                        <p:strVal val="visible"/>
                                      </p:to>
                                    </p:set>
                                    <p:animEffect transition="in" filter="fade">
                                      <p:cBhvr>
                                        <p:cTn id="19" dur="1000"/>
                                        <p:tgtEl>
                                          <p:spTgt spid="10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5"/>
                                        </p:tgtEl>
                                        <p:attrNameLst>
                                          <p:attrName>style.visibility</p:attrName>
                                        </p:attrNameLst>
                                      </p:cBhvr>
                                      <p:to>
                                        <p:strVal val="visible"/>
                                      </p:to>
                                    </p:set>
                                    <p:animEffect transition="in" filter="fade">
                                      <p:cBhvr>
                                        <p:cTn id="22" dur="1000"/>
                                        <p:tgtEl>
                                          <p:spTgt spid="10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6"/>
                                        </p:tgtEl>
                                        <p:attrNameLst>
                                          <p:attrName>style.visibility</p:attrName>
                                        </p:attrNameLst>
                                      </p:cBhvr>
                                      <p:to>
                                        <p:strVal val="visible"/>
                                      </p:to>
                                    </p:set>
                                    <p:animEffect transition="in" filter="fade">
                                      <p:cBhvr>
                                        <p:cTn id="25" dur="1000"/>
                                        <p:tgtEl>
                                          <p:spTgt spid="10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7"/>
                                        </p:tgtEl>
                                        <p:attrNameLst>
                                          <p:attrName>style.visibility</p:attrName>
                                        </p:attrNameLst>
                                      </p:cBhvr>
                                      <p:to>
                                        <p:strVal val="visible"/>
                                      </p:to>
                                    </p:set>
                                    <p:animEffect transition="in" filter="fade">
                                      <p:cBhvr>
                                        <p:cTn id="28" dur="1000"/>
                                        <p:tgtEl>
                                          <p:spTgt spid="10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9"/>
                                        </p:tgtEl>
                                        <p:attrNameLst>
                                          <p:attrName>style.visibility</p:attrName>
                                        </p:attrNameLst>
                                      </p:cBhvr>
                                      <p:to>
                                        <p:strVal val="visible"/>
                                      </p:to>
                                    </p:set>
                                    <p:animEffect transition="in" filter="fade">
                                      <p:cBhvr>
                                        <p:cTn id="31" dur="1000"/>
                                        <p:tgtEl>
                                          <p:spTgt spid="10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1"/>
                                        </p:tgtEl>
                                        <p:attrNameLst>
                                          <p:attrName>style.visibility</p:attrName>
                                        </p:attrNameLst>
                                      </p:cBhvr>
                                      <p:to>
                                        <p:strVal val="visible"/>
                                      </p:to>
                                    </p:set>
                                    <p:animEffect transition="in" filter="fade">
                                      <p:cBhvr>
                                        <p:cTn id="34" dur="1000"/>
                                        <p:tgtEl>
                                          <p:spTgt spid="1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3"/>
                                        </p:tgtEl>
                                        <p:attrNameLst>
                                          <p:attrName>style.visibility</p:attrName>
                                        </p:attrNameLst>
                                      </p:cBhvr>
                                      <p:to>
                                        <p:strVal val="visible"/>
                                      </p:to>
                                    </p:set>
                                    <p:animEffect transition="in" filter="fade">
                                      <p:cBhvr>
                                        <p:cTn id="37" dur="10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0"/>
      <p:bldP spid="102" grpId="0" animBg="1"/>
      <p:bldP spid="103" grpId="0" animBg="1"/>
      <p:bldP spid="104" grpId="0" animBg="1"/>
      <p:bldP spid="105" grpId="0" animBg="1"/>
      <p:bldP spid="106" grpId="0" animBg="1"/>
      <p:bldP spid="107" grpId="0" animBg="1"/>
      <p:bldP spid="109" grpId="0" animBg="1"/>
      <p:bldP spid="111" grpId="0" animBg="1"/>
      <p:bldP spid="1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Picture 1">
            <a:extLst>
              <a:ext uri="{FF2B5EF4-FFF2-40B4-BE49-F238E27FC236}">
                <a16:creationId xmlns:a16="http://schemas.microsoft.com/office/drawing/2014/main" id="{2B3DD561-4684-449A-9D9D-1C24CB6F4147}"/>
              </a:ext>
            </a:extLst>
          </p:cNvPr>
          <p:cNvPicPr>
            <a:picLocks noChangeAspect="1"/>
          </p:cNvPicPr>
          <p:nvPr/>
        </p:nvPicPr>
        <p:blipFill>
          <a:blip r:embed="rId2"/>
          <a:stretch>
            <a:fillRect/>
          </a:stretch>
        </p:blipFill>
        <p:spPr>
          <a:xfrm>
            <a:off x="4041902" y="486156"/>
            <a:ext cx="3472786" cy="820414"/>
          </a:xfrm>
          <a:prstGeom prst="rect">
            <a:avLst/>
          </a:prstGeom>
        </p:spPr>
      </p:pic>
      <p:sp>
        <p:nvSpPr>
          <p:cNvPr id="17" name="TextBox 2">
            <a:extLst>
              <a:ext uri="{FF2B5EF4-FFF2-40B4-BE49-F238E27FC236}">
                <a16:creationId xmlns:a16="http://schemas.microsoft.com/office/drawing/2014/main" id="{3952A3B5-B73A-4668-ACFA-93315E36DE0D}"/>
              </a:ext>
            </a:extLst>
          </p:cNvPr>
          <p:cNvSpPr txBox="1"/>
          <p:nvPr/>
        </p:nvSpPr>
        <p:spPr>
          <a:xfrm>
            <a:off x="4266438" y="776224"/>
            <a:ext cx="2899982" cy="369332"/>
          </a:xfrm>
          <a:prstGeom prst="rect">
            <a:avLst/>
          </a:prstGeom>
        </p:spPr>
        <p:txBody>
          <a:bodyPr lIns="0" tIns="0" rIns="0" bIns="0" rtlCol="0" anchor="t">
            <a:spAutoFit/>
          </a:bodyPr>
          <a:lstStyle/>
          <a:p>
            <a:pPr algn="ctr" latinLnBrk="1"/>
            <a:r>
              <a:rPr lang="zh-CN" altLang="en-US" sz="2400" dirty="0">
                <a:solidFill>
                  <a:srgbClr val="FF0000"/>
                </a:solidFill>
                <a:latin typeface="Microsoft YaHei"/>
                <a:ea typeface="Microsoft YaHei"/>
              </a:rPr>
              <a:t>预实验</a:t>
            </a:r>
            <a:endParaRPr lang="en-US" altLang="zh-CN" sz="1200" dirty="0">
              <a:solidFill>
                <a:srgbClr val="FF0000"/>
              </a:solidFill>
            </a:endParaRPr>
          </a:p>
        </p:txBody>
      </p:sp>
      <p:pic>
        <p:nvPicPr>
          <p:cNvPr id="2" name="图片 1">
            <a:extLst>
              <a:ext uri="{FF2B5EF4-FFF2-40B4-BE49-F238E27FC236}">
                <a16:creationId xmlns:a16="http://schemas.microsoft.com/office/drawing/2014/main" id="{05F08574-2D73-45C1-9D9A-A2F6B44B1DCB}"/>
              </a:ext>
            </a:extLst>
          </p:cNvPr>
          <p:cNvPicPr>
            <a:picLocks noChangeAspect="1"/>
          </p:cNvPicPr>
          <p:nvPr/>
        </p:nvPicPr>
        <p:blipFill>
          <a:blip r:embed="rId3"/>
          <a:stretch>
            <a:fillRect/>
          </a:stretch>
        </p:blipFill>
        <p:spPr>
          <a:xfrm>
            <a:off x="12700" y="1879600"/>
            <a:ext cx="5238295" cy="3249937"/>
          </a:xfrm>
          <a:prstGeom prst="rect">
            <a:avLst/>
          </a:prstGeom>
        </p:spPr>
      </p:pic>
      <p:sp>
        <p:nvSpPr>
          <p:cNvPr id="3" name="文本框 2">
            <a:extLst>
              <a:ext uri="{FF2B5EF4-FFF2-40B4-BE49-F238E27FC236}">
                <a16:creationId xmlns:a16="http://schemas.microsoft.com/office/drawing/2014/main" id="{21EEAFB5-51C9-48D9-BF07-23E61FDE6327}"/>
              </a:ext>
            </a:extLst>
          </p:cNvPr>
          <p:cNvSpPr txBox="1"/>
          <p:nvPr/>
        </p:nvSpPr>
        <p:spPr>
          <a:xfrm>
            <a:off x="2178036" y="5333235"/>
            <a:ext cx="907621" cy="369332"/>
          </a:xfrm>
          <a:prstGeom prst="rect">
            <a:avLst/>
          </a:prstGeom>
          <a:noFill/>
        </p:spPr>
        <p:txBody>
          <a:bodyPr wrap="none" rtlCol="0">
            <a:spAutoFit/>
          </a:bodyPr>
          <a:lstStyle/>
          <a:p>
            <a:r>
              <a:rPr lang="zh-CN" altLang="en-US" dirty="0"/>
              <a:t>示意图</a:t>
            </a:r>
          </a:p>
        </p:txBody>
      </p:sp>
      <p:sp>
        <p:nvSpPr>
          <p:cNvPr id="4" name="文本框 3">
            <a:extLst>
              <a:ext uri="{FF2B5EF4-FFF2-40B4-BE49-F238E27FC236}">
                <a16:creationId xmlns:a16="http://schemas.microsoft.com/office/drawing/2014/main" id="{8C687CBA-B170-432D-989E-F07DD83D3A95}"/>
              </a:ext>
            </a:extLst>
          </p:cNvPr>
          <p:cNvSpPr txBox="1"/>
          <p:nvPr/>
        </p:nvSpPr>
        <p:spPr>
          <a:xfrm>
            <a:off x="7128029" y="2032000"/>
            <a:ext cx="3070071" cy="2031325"/>
          </a:xfrm>
          <a:prstGeom prst="rect">
            <a:avLst/>
          </a:prstGeom>
          <a:noFill/>
        </p:spPr>
        <p:txBody>
          <a:bodyPr wrap="none" rtlCol="0">
            <a:spAutoFit/>
          </a:bodyPr>
          <a:lstStyle/>
          <a:p>
            <a:r>
              <a:rPr lang="zh-CN" altLang="en-US" dirty="0"/>
              <a:t>目的</a:t>
            </a:r>
            <a:endParaRPr lang="en-US" altLang="zh-CN" dirty="0"/>
          </a:p>
          <a:p>
            <a:pPr marL="342900" indent="-342900">
              <a:buAutoNum type="arabicPeriod"/>
            </a:pPr>
            <a:r>
              <a:rPr lang="zh-CN" altLang="en-US" dirty="0"/>
              <a:t>寻找和设置初值</a:t>
            </a:r>
            <a:endParaRPr lang="en-US" altLang="zh-CN" dirty="0"/>
          </a:p>
          <a:p>
            <a:pPr marL="342900" indent="-342900">
              <a:buAutoNum type="arabicPeriod"/>
            </a:pPr>
            <a:r>
              <a:rPr lang="zh-CN" altLang="en-US" dirty="0"/>
              <a:t>观察现象，确定相关理论</a:t>
            </a:r>
            <a:endParaRPr lang="en-US" altLang="zh-CN" dirty="0"/>
          </a:p>
          <a:p>
            <a:pPr marL="342900" indent="-342900">
              <a:buAutoNum type="arabicPeriod"/>
            </a:pPr>
            <a:r>
              <a:rPr lang="zh-CN" altLang="en-US" dirty="0"/>
              <a:t>相关软件使用</a:t>
            </a:r>
            <a:endParaRPr lang="en-US" altLang="zh-CN" dirty="0"/>
          </a:p>
          <a:p>
            <a:pPr marL="342900" indent="-342900">
              <a:buAutoNum type="arabicPeriod"/>
            </a:pPr>
            <a:r>
              <a:rPr lang="zh-CN" altLang="en-US" dirty="0"/>
              <a:t>寻找特殊现象</a:t>
            </a:r>
            <a:endParaRPr lang="en-US" altLang="zh-CN" dirty="0"/>
          </a:p>
          <a:p>
            <a:pPr marL="342900" indent="-342900">
              <a:buAutoNum type="arabicPeriod"/>
            </a:pPr>
            <a:r>
              <a:rPr lang="zh-CN" altLang="en-US" dirty="0"/>
              <a:t>查找和补漏参数</a:t>
            </a:r>
            <a:endParaRPr lang="en-US" altLang="zh-CN" dirty="0"/>
          </a:p>
          <a:p>
            <a:pPr marL="342900" indent="-342900">
              <a:buAutoNum type="arabicPeriod"/>
            </a:pPr>
            <a:r>
              <a:rPr lang="en-US" altLang="zh-CN" dirty="0"/>
              <a:t>… …</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
            <a:extLst>
              <a:ext uri="{FF2B5EF4-FFF2-40B4-BE49-F238E27FC236}">
                <a16:creationId xmlns:a16="http://schemas.microsoft.com/office/drawing/2014/main" id="{2B3DD561-4684-449A-9D9D-1C24CB6F4147}"/>
              </a:ext>
            </a:extLst>
          </p:cNvPr>
          <p:cNvPicPr>
            <a:picLocks noChangeAspect="1"/>
          </p:cNvPicPr>
          <p:nvPr/>
        </p:nvPicPr>
        <p:blipFill>
          <a:blip r:embed="rId2"/>
          <a:stretch>
            <a:fillRect/>
          </a:stretch>
        </p:blipFill>
        <p:spPr>
          <a:xfrm>
            <a:off x="4041902" y="486156"/>
            <a:ext cx="3472786" cy="820414"/>
          </a:xfrm>
          <a:prstGeom prst="rect">
            <a:avLst/>
          </a:prstGeom>
        </p:spPr>
      </p:pic>
      <p:sp>
        <p:nvSpPr>
          <p:cNvPr id="17" name="TextBox 2">
            <a:extLst>
              <a:ext uri="{FF2B5EF4-FFF2-40B4-BE49-F238E27FC236}">
                <a16:creationId xmlns:a16="http://schemas.microsoft.com/office/drawing/2014/main" id="{3952A3B5-B73A-4668-ACFA-93315E36DE0D}"/>
              </a:ext>
            </a:extLst>
          </p:cNvPr>
          <p:cNvSpPr txBox="1"/>
          <p:nvPr/>
        </p:nvSpPr>
        <p:spPr>
          <a:xfrm>
            <a:off x="4266438" y="776224"/>
            <a:ext cx="2899982" cy="369332"/>
          </a:xfrm>
          <a:prstGeom prst="rect">
            <a:avLst/>
          </a:prstGeom>
        </p:spPr>
        <p:txBody>
          <a:bodyPr lIns="0" tIns="0" rIns="0" bIns="0" rtlCol="0" anchor="t">
            <a:spAutoFit/>
          </a:bodyPr>
          <a:lstStyle/>
          <a:p>
            <a:pPr algn="ctr" latinLnBrk="1"/>
            <a:r>
              <a:rPr lang="zh-CN" altLang="en-US" sz="2400" dirty="0">
                <a:solidFill>
                  <a:srgbClr val="FF0000"/>
                </a:solidFill>
                <a:latin typeface="Microsoft YaHei"/>
                <a:ea typeface="Microsoft YaHei"/>
              </a:rPr>
              <a:t>预实验</a:t>
            </a:r>
            <a:endParaRPr lang="en-US" altLang="zh-CN" sz="1200" dirty="0">
              <a:solidFill>
                <a:srgbClr val="FF0000"/>
              </a:solidFill>
            </a:endParaRPr>
          </a:p>
        </p:txBody>
      </p:sp>
      <p:pic>
        <p:nvPicPr>
          <p:cNvPr id="5" name="图片 4">
            <a:extLst>
              <a:ext uri="{FF2B5EF4-FFF2-40B4-BE49-F238E27FC236}">
                <a16:creationId xmlns:a16="http://schemas.microsoft.com/office/drawing/2014/main" id="{622D03E7-AA54-4F76-BB5E-E249669D0437}"/>
              </a:ext>
            </a:extLst>
          </p:cNvPr>
          <p:cNvPicPr>
            <a:picLocks noChangeAspect="1"/>
          </p:cNvPicPr>
          <p:nvPr/>
        </p:nvPicPr>
        <p:blipFill>
          <a:blip r:embed="rId3"/>
          <a:stretch>
            <a:fillRect/>
          </a:stretch>
        </p:blipFill>
        <p:spPr>
          <a:xfrm>
            <a:off x="139700" y="2032000"/>
            <a:ext cx="6411978" cy="3559562"/>
          </a:xfrm>
          <a:prstGeom prst="rect">
            <a:avLst/>
          </a:prstGeom>
        </p:spPr>
      </p:pic>
      <p:sp>
        <p:nvSpPr>
          <p:cNvPr id="10" name="文本框 9">
            <a:extLst>
              <a:ext uri="{FF2B5EF4-FFF2-40B4-BE49-F238E27FC236}">
                <a16:creationId xmlns:a16="http://schemas.microsoft.com/office/drawing/2014/main" id="{E8734F49-8EE2-4439-9E96-95FE3C2EA23C}"/>
              </a:ext>
            </a:extLst>
          </p:cNvPr>
          <p:cNvSpPr txBox="1"/>
          <p:nvPr/>
        </p:nvSpPr>
        <p:spPr>
          <a:xfrm>
            <a:off x="7128029" y="2032000"/>
            <a:ext cx="3070071" cy="2031325"/>
          </a:xfrm>
          <a:prstGeom prst="rect">
            <a:avLst/>
          </a:prstGeom>
          <a:noFill/>
        </p:spPr>
        <p:txBody>
          <a:bodyPr wrap="none" rtlCol="0">
            <a:spAutoFit/>
          </a:bodyPr>
          <a:lstStyle/>
          <a:p>
            <a:r>
              <a:rPr lang="zh-CN" altLang="en-US" dirty="0"/>
              <a:t>目的</a:t>
            </a:r>
            <a:endParaRPr lang="en-US" altLang="zh-CN" dirty="0"/>
          </a:p>
          <a:p>
            <a:pPr marL="342900" indent="-342900">
              <a:buAutoNum type="arabicPeriod"/>
            </a:pPr>
            <a:r>
              <a:rPr lang="zh-CN" altLang="en-US" dirty="0">
                <a:solidFill>
                  <a:srgbClr val="FF0000"/>
                </a:solidFill>
              </a:rPr>
              <a:t>寻找和设置初值</a:t>
            </a:r>
            <a:endParaRPr lang="en-US" altLang="zh-CN" dirty="0">
              <a:solidFill>
                <a:srgbClr val="FF0000"/>
              </a:solidFill>
            </a:endParaRPr>
          </a:p>
          <a:p>
            <a:pPr marL="342900" indent="-342900">
              <a:buAutoNum type="arabicPeriod"/>
            </a:pPr>
            <a:r>
              <a:rPr lang="zh-CN" altLang="en-US" dirty="0">
                <a:solidFill>
                  <a:srgbClr val="FF0000"/>
                </a:solidFill>
              </a:rPr>
              <a:t>观察现象，确定相关理论</a:t>
            </a:r>
            <a:endParaRPr lang="en-US" altLang="zh-CN" dirty="0">
              <a:solidFill>
                <a:srgbClr val="FF0000"/>
              </a:solidFill>
            </a:endParaRPr>
          </a:p>
          <a:p>
            <a:pPr marL="342900" indent="-342900">
              <a:buAutoNum type="arabicPeriod"/>
            </a:pPr>
            <a:r>
              <a:rPr lang="zh-CN" altLang="en-US" dirty="0"/>
              <a:t>相关软件使用</a:t>
            </a:r>
            <a:endParaRPr lang="en-US" altLang="zh-CN" dirty="0"/>
          </a:p>
          <a:p>
            <a:pPr marL="342900" indent="-342900">
              <a:buAutoNum type="arabicPeriod"/>
            </a:pPr>
            <a:r>
              <a:rPr lang="zh-CN" altLang="en-US" dirty="0"/>
              <a:t>寻找特殊现象</a:t>
            </a:r>
            <a:endParaRPr lang="en-US" altLang="zh-CN" dirty="0"/>
          </a:p>
          <a:p>
            <a:pPr marL="342900" indent="-342900">
              <a:buAutoNum type="arabicPeriod"/>
            </a:pPr>
            <a:r>
              <a:rPr lang="zh-CN" altLang="en-US" dirty="0"/>
              <a:t>查找和补漏参数</a:t>
            </a:r>
            <a:endParaRPr lang="en-US" altLang="zh-CN" dirty="0"/>
          </a:p>
          <a:p>
            <a:pPr marL="342900" indent="-342900">
              <a:buAutoNum type="arabicPeriod"/>
            </a:pPr>
            <a:r>
              <a:rPr lang="en-US" altLang="zh-CN" dirty="0"/>
              <a:t>… …</a:t>
            </a:r>
            <a:endParaRPr lang="zh-CN" altLang="en-US" dirty="0"/>
          </a:p>
        </p:txBody>
      </p:sp>
    </p:spTree>
    <p:extLst>
      <p:ext uri="{BB962C8B-B14F-4D97-AF65-F5344CB8AC3E}">
        <p14:creationId xmlns:p14="http://schemas.microsoft.com/office/powerpoint/2010/main" val="32775286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
            <a:extLst>
              <a:ext uri="{FF2B5EF4-FFF2-40B4-BE49-F238E27FC236}">
                <a16:creationId xmlns:a16="http://schemas.microsoft.com/office/drawing/2014/main" id="{2B3DD561-4684-449A-9D9D-1C24CB6F4147}"/>
              </a:ext>
            </a:extLst>
          </p:cNvPr>
          <p:cNvPicPr>
            <a:picLocks noChangeAspect="1"/>
          </p:cNvPicPr>
          <p:nvPr/>
        </p:nvPicPr>
        <p:blipFill>
          <a:blip r:embed="rId2"/>
          <a:stretch>
            <a:fillRect/>
          </a:stretch>
        </p:blipFill>
        <p:spPr>
          <a:xfrm>
            <a:off x="4041902" y="486156"/>
            <a:ext cx="3472786" cy="820414"/>
          </a:xfrm>
          <a:prstGeom prst="rect">
            <a:avLst/>
          </a:prstGeom>
        </p:spPr>
      </p:pic>
      <p:sp>
        <p:nvSpPr>
          <p:cNvPr id="17" name="TextBox 2">
            <a:extLst>
              <a:ext uri="{FF2B5EF4-FFF2-40B4-BE49-F238E27FC236}">
                <a16:creationId xmlns:a16="http://schemas.microsoft.com/office/drawing/2014/main" id="{3952A3B5-B73A-4668-ACFA-93315E36DE0D}"/>
              </a:ext>
            </a:extLst>
          </p:cNvPr>
          <p:cNvSpPr txBox="1"/>
          <p:nvPr/>
        </p:nvSpPr>
        <p:spPr>
          <a:xfrm>
            <a:off x="4266438" y="776224"/>
            <a:ext cx="2899982" cy="369332"/>
          </a:xfrm>
          <a:prstGeom prst="rect">
            <a:avLst/>
          </a:prstGeom>
        </p:spPr>
        <p:txBody>
          <a:bodyPr lIns="0" tIns="0" rIns="0" bIns="0" rtlCol="0" anchor="t">
            <a:spAutoFit/>
          </a:bodyPr>
          <a:lstStyle/>
          <a:p>
            <a:pPr algn="ctr" latinLnBrk="1"/>
            <a:r>
              <a:rPr lang="zh-CN" altLang="en-US" sz="2400" dirty="0">
                <a:solidFill>
                  <a:srgbClr val="FF0000"/>
                </a:solidFill>
                <a:latin typeface="Microsoft YaHei"/>
                <a:ea typeface="Microsoft YaHei"/>
              </a:rPr>
              <a:t>预实验</a:t>
            </a:r>
            <a:endParaRPr lang="en-US" altLang="zh-CN" sz="1200" dirty="0">
              <a:solidFill>
                <a:srgbClr val="FF0000"/>
              </a:solidFill>
            </a:endParaRPr>
          </a:p>
        </p:txBody>
      </p:sp>
      <p:sp>
        <p:nvSpPr>
          <p:cNvPr id="10" name="文本框 9">
            <a:extLst>
              <a:ext uri="{FF2B5EF4-FFF2-40B4-BE49-F238E27FC236}">
                <a16:creationId xmlns:a16="http://schemas.microsoft.com/office/drawing/2014/main" id="{E8734F49-8EE2-4439-9E96-95FE3C2EA23C}"/>
              </a:ext>
            </a:extLst>
          </p:cNvPr>
          <p:cNvSpPr txBox="1"/>
          <p:nvPr/>
        </p:nvSpPr>
        <p:spPr>
          <a:xfrm>
            <a:off x="7128029" y="2032000"/>
            <a:ext cx="3070071" cy="2031325"/>
          </a:xfrm>
          <a:prstGeom prst="rect">
            <a:avLst/>
          </a:prstGeom>
          <a:noFill/>
        </p:spPr>
        <p:txBody>
          <a:bodyPr wrap="none" rtlCol="0">
            <a:spAutoFit/>
          </a:bodyPr>
          <a:lstStyle/>
          <a:p>
            <a:r>
              <a:rPr lang="zh-CN" altLang="en-US" dirty="0"/>
              <a:t>目的</a:t>
            </a:r>
            <a:endParaRPr lang="en-US" altLang="zh-CN" dirty="0"/>
          </a:p>
          <a:p>
            <a:pPr marL="342900" indent="-342900">
              <a:buAutoNum type="arabicPeriod"/>
            </a:pPr>
            <a:r>
              <a:rPr lang="zh-CN" altLang="en-US" dirty="0"/>
              <a:t>寻找和设置初值</a:t>
            </a:r>
            <a:endParaRPr lang="en-US" altLang="zh-CN" dirty="0"/>
          </a:p>
          <a:p>
            <a:pPr marL="342900" indent="-342900">
              <a:buAutoNum type="arabicPeriod"/>
            </a:pPr>
            <a:r>
              <a:rPr lang="zh-CN" altLang="en-US" dirty="0"/>
              <a:t>观察现象，确定相关理论</a:t>
            </a:r>
            <a:endParaRPr lang="en-US" altLang="zh-CN" dirty="0"/>
          </a:p>
          <a:p>
            <a:pPr marL="342900" indent="-342900">
              <a:buAutoNum type="arabicPeriod"/>
            </a:pPr>
            <a:r>
              <a:rPr lang="zh-CN" altLang="en-US" dirty="0">
                <a:solidFill>
                  <a:srgbClr val="FF0000"/>
                </a:solidFill>
              </a:rPr>
              <a:t>相关软件使用</a:t>
            </a:r>
            <a:endParaRPr lang="en-US" altLang="zh-CN" dirty="0">
              <a:solidFill>
                <a:srgbClr val="FF0000"/>
              </a:solidFill>
            </a:endParaRPr>
          </a:p>
          <a:p>
            <a:pPr marL="342900" indent="-342900">
              <a:buAutoNum type="arabicPeriod"/>
            </a:pPr>
            <a:r>
              <a:rPr lang="zh-CN" altLang="en-US" dirty="0"/>
              <a:t>寻找特殊现象</a:t>
            </a:r>
            <a:endParaRPr lang="en-US" altLang="zh-CN" dirty="0"/>
          </a:p>
          <a:p>
            <a:pPr marL="342900" indent="-342900">
              <a:buAutoNum type="arabicPeriod"/>
            </a:pPr>
            <a:r>
              <a:rPr lang="zh-CN" altLang="en-US" dirty="0"/>
              <a:t>查找和补漏参数</a:t>
            </a:r>
            <a:endParaRPr lang="en-US" altLang="zh-CN" dirty="0"/>
          </a:p>
          <a:p>
            <a:pPr marL="342900" indent="-342900">
              <a:buAutoNum type="arabicPeriod"/>
            </a:pPr>
            <a:r>
              <a:rPr lang="en-US" altLang="zh-CN" dirty="0"/>
              <a:t>… …</a:t>
            </a:r>
            <a:endParaRPr lang="zh-CN" altLang="en-US" dirty="0"/>
          </a:p>
        </p:txBody>
      </p:sp>
      <p:pic>
        <p:nvPicPr>
          <p:cNvPr id="2" name="图片 1">
            <a:extLst>
              <a:ext uri="{FF2B5EF4-FFF2-40B4-BE49-F238E27FC236}">
                <a16:creationId xmlns:a16="http://schemas.microsoft.com/office/drawing/2014/main" id="{0FFC433E-5A0F-4765-97FE-9823257B7E8D}"/>
              </a:ext>
            </a:extLst>
          </p:cNvPr>
          <p:cNvPicPr>
            <a:picLocks noChangeAspect="1"/>
          </p:cNvPicPr>
          <p:nvPr/>
        </p:nvPicPr>
        <p:blipFill>
          <a:blip r:embed="rId3"/>
          <a:stretch>
            <a:fillRect/>
          </a:stretch>
        </p:blipFill>
        <p:spPr>
          <a:xfrm>
            <a:off x="0" y="2032000"/>
            <a:ext cx="6143726" cy="3560400"/>
          </a:xfrm>
          <a:prstGeom prst="rect">
            <a:avLst/>
          </a:prstGeom>
        </p:spPr>
      </p:pic>
    </p:spTree>
    <p:extLst>
      <p:ext uri="{BB962C8B-B14F-4D97-AF65-F5344CB8AC3E}">
        <p14:creationId xmlns:p14="http://schemas.microsoft.com/office/powerpoint/2010/main" val="75463727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
            <a:extLst>
              <a:ext uri="{FF2B5EF4-FFF2-40B4-BE49-F238E27FC236}">
                <a16:creationId xmlns:a16="http://schemas.microsoft.com/office/drawing/2014/main" id="{2B3DD561-4684-449A-9D9D-1C24CB6F4147}"/>
              </a:ext>
            </a:extLst>
          </p:cNvPr>
          <p:cNvPicPr>
            <a:picLocks noChangeAspect="1"/>
          </p:cNvPicPr>
          <p:nvPr/>
        </p:nvPicPr>
        <p:blipFill>
          <a:blip r:embed="rId2"/>
          <a:stretch>
            <a:fillRect/>
          </a:stretch>
        </p:blipFill>
        <p:spPr>
          <a:xfrm>
            <a:off x="4041902" y="486156"/>
            <a:ext cx="3472786" cy="820414"/>
          </a:xfrm>
          <a:prstGeom prst="rect">
            <a:avLst/>
          </a:prstGeom>
        </p:spPr>
      </p:pic>
      <p:sp>
        <p:nvSpPr>
          <p:cNvPr id="17" name="TextBox 2">
            <a:extLst>
              <a:ext uri="{FF2B5EF4-FFF2-40B4-BE49-F238E27FC236}">
                <a16:creationId xmlns:a16="http://schemas.microsoft.com/office/drawing/2014/main" id="{3952A3B5-B73A-4668-ACFA-93315E36DE0D}"/>
              </a:ext>
            </a:extLst>
          </p:cNvPr>
          <p:cNvSpPr txBox="1"/>
          <p:nvPr/>
        </p:nvSpPr>
        <p:spPr>
          <a:xfrm>
            <a:off x="4266438" y="776224"/>
            <a:ext cx="2899982" cy="369332"/>
          </a:xfrm>
          <a:prstGeom prst="rect">
            <a:avLst/>
          </a:prstGeom>
        </p:spPr>
        <p:txBody>
          <a:bodyPr lIns="0" tIns="0" rIns="0" bIns="0" rtlCol="0" anchor="t">
            <a:spAutoFit/>
          </a:bodyPr>
          <a:lstStyle/>
          <a:p>
            <a:pPr algn="ctr" latinLnBrk="1"/>
            <a:r>
              <a:rPr lang="zh-CN" altLang="en-US" sz="2400" dirty="0">
                <a:solidFill>
                  <a:srgbClr val="FF0000"/>
                </a:solidFill>
                <a:latin typeface="Microsoft YaHei"/>
                <a:ea typeface="Microsoft YaHei"/>
              </a:rPr>
              <a:t>预实验</a:t>
            </a:r>
            <a:endParaRPr lang="en-US" altLang="zh-CN" sz="1200" dirty="0">
              <a:solidFill>
                <a:srgbClr val="FF0000"/>
              </a:solidFill>
            </a:endParaRPr>
          </a:p>
        </p:txBody>
      </p:sp>
      <p:sp>
        <p:nvSpPr>
          <p:cNvPr id="10" name="文本框 9">
            <a:extLst>
              <a:ext uri="{FF2B5EF4-FFF2-40B4-BE49-F238E27FC236}">
                <a16:creationId xmlns:a16="http://schemas.microsoft.com/office/drawing/2014/main" id="{E8734F49-8EE2-4439-9E96-95FE3C2EA23C}"/>
              </a:ext>
            </a:extLst>
          </p:cNvPr>
          <p:cNvSpPr txBox="1"/>
          <p:nvPr/>
        </p:nvSpPr>
        <p:spPr>
          <a:xfrm>
            <a:off x="7128029" y="2032000"/>
            <a:ext cx="3070071" cy="2031325"/>
          </a:xfrm>
          <a:prstGeom prst="rect">
            <a:avLst/>
          </a:prstGeom>
          <a:noFill/>
        </p:spPr>
        <p:txBody>
          <a:bodyPr wrap="none" rtlCol="0">
            <a:spAutoFit/>
          </a:bodyPr>
          <a:lstStyle/>
          <a:p>
            <a:r>
              <a:rPr lang="zh-CN" altLang="en-US" dirty="0"/>
              <a:t>目的</a:t>
            </a:r>
            <a:endParaRPr lang="en-US" altLang="zh-CN" dirty="0"/>
          </a:p>
          <a:p>
            <a:pPr marL="342900" indent="-342900">
              <a:buAutoNum type="arabicPeriod"/>
            </a:pPr>
            <a:r>
              <a:rPr lang="zh-CN" altLang="en-US" dirty="0"/>
              <a:t>寻找和设置初值</a:t>
            </a:r>
            <a:endParaRPr lang="en-US" altLang="zh-CN" dirty="0"/>
          </a:p>
          <a:p>
            <a:pPr marL="342900" indent="-342900">
              <a:buAutoNum type="arabicPeriod"/>
            </a:pPr>
            <a:r>
              <a:rPr lang="zh-CN" altLang="en-US" dirty="0"/>
              <a:t>观察现象，确定相关理论</a:t>
            </a:r>
            <a:endParaRPr lang="en-US" altLang="zh-CN" dirty="0"/>
          </a:p>
          <a:p>
            <a:pPr marL="342900" indent="-342900">
              <a:buAutoNum type="arabicPeriod"/>
            </a:pPr>
            <a:r>
              <a:rPr lang="zh-CN" altLang="en-US" dirty="0"/>
              <a:t>相关软件使用</a:t>
            </a:r>
            <a:endParaRPr lang="en-US" altLang="zh-CN" dirty="0"/>
          </a:p>
          <a:p>
            <a:pPr marL="342900" indent="-342900">
              <a:buAutoNum type="arabicPeriod"/>
            </a:pPr>
            <a:r>
              <a:rPr lang="zh-CN" altLang="en-US" dirty="0">
                <a:solidFill>
                  <a:srgbClr val="FF0000"/>
                </a:solidFill>
              </a:rPr>
              <a:t>寻找特殊现象</a:t>
            </a:r>
            <a:endParaRPr lang="en-US" altLang="zh-CN" dirty="0">
              <a:solidFill>
                <a:srgbClr val="FF0000"/>
              </a:solidFill>
            </a:endParaRPr>
          </a:p>
          <a:p>
            <a:pPr marL="342900" indent="-342900">
              <a:buAutoNum type="arabicPeriod"/>
            </a:pPr>
            <a:r>
              <a:rPr lang="zh-CN" altLang="en-US" dirty="0">
                <a:solidFill>
                  <a:srgbClr val="FF0000"/>
                </a:solidFill>
              </a:rPr>
              <a:t>查找和补漏参数</a:t>
            </a:r>
            <a:endParaRPr lang="en-US" altLang="zh-CN" dirty="0">
              <a:solidFill>
                <a:srgbClr val="FF0000"/>
              </a:solidFill>
            </a:endParaRPr>
          </a:p>
          <a:p>
            <a:pPr marL="342900" indent="-342900">
              <a:buAutoNum type="arabicPeriod"/>
            </a:pPr>
            <a:r>
              <a:rPr lang="en-US" altLang="zh-CN" dirty="0"/>
              <a:t>… …</a:t>
            </a:r>
            <a:endParaRPr lang="zh-CN" altLang="en-US" dirty="0"/>
          </a:p>
        </p:txBody>
      </p:sp>
      <p:pic>
        <p:nvPicPr>
          <p:cNvPr id="3" name="图片 2">
            <a:extLst>
              <a:ext uri="{FF2B5EF4-FFF2-40B4-BE49-F238E27FC236}">
                <a16:creationId xmlns:a16="http://schemas.microsoft.com/office/drawing/2014/main" id="{0482F074-BCA3-4891-B543-A65DB80D9BE3}"/>
              </a:ext>
            </a:extLst>
          </p:cNvPr>
          <p:cNvPicPr>
            <a:picLocks noChangeAspect="1"/>
          </p:cNvPicPr>
          <p:nvPr/>
        </p:nvPicPr>
        <p:blipFill>
          <a:blip r:embed="rId3"/>
          <a:stretch>
            <a:fillRect/>
          </a:stretch>
        </p:blipFill>
        <p:spPr>
          <a:xfrm>
            <a:off x="139700" y="2032000"/>
            <a:ext cx="6006714" cy="3560400"/>
          </a:xfrm>
          <a:prstGeom prst="rect">
            <a:avLst/>
          </a:prstGeom>
        </p:spPr>
      </p:pic>
    </p:spTree>
    <p:extLst>
      <p:ext uri="{BB962C8B-B14F-4D97-AF65-F5344CB8AC3E}">
        <p14:creationId xmlns:p14="http://schemas.microsoft.com/office/powerpoint/2010/main" val="290343201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6C8BCBD-6D48-4B0E-A7B0-7A2359B48C4A}"/>
              </a:ext>
            </a:extLst>
          </p:cNvPr>
          <p:cNvSpPr/>
          <p:nvPr/>
        </p:nvSpPr>
        <p:spPr>
          <a:xfrm>
            <a:off x="0" y="1422400"/>
            <a:ext cx="11557000" cy="2819400"/>
          </a:xfrm>
          <a:prstGeom prst="rect">
            <a:avLst/>
          </a:prstGeom>
          <a:solidFill>
            <a:srgbClr val="E5E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29" name="Picture 1"/>
          <p:cNvPicPr>
            <a:picLocks noChangeAspect="1"/>
          </p:cNvPicPr>
          <p:nvPr/>
        </p:nvPicPr>
        <p:blipFill>
          <a:blip r:embed="rId2"/>
          <a:stretch>
            <a:fillRect/>
          </a:stretch>
        </p:blipFill>
        <p:spPr>
          <a:xfrm>
            <a:off x="3356102" y="486156"/>
            <a:ext cx="4479798" cy="820414"/>
          </a:xfrm>
          <a:prstGeom prst="rect">
            <a:avLst/>
          </a:prstGeom>
        </p:spPr>
      </p:pic>
      <p:sp>
        <p:nvSpPr>
          <p:cNvPr id="130" name="TextBox 2"/>
          <p:cNvSpPr txBox="1"/>
          <p:nvPr/>
        </p:nvSpPr>
        <p:spPr>
          <a:xfrm>
            <a:off x="4266438" y="776224"/>
            <a:ext cx="2823528" cy="369332"/>
          </a:xfrm>
          <a:prstGeom prst="rect">
            <a:avLst/>
          </a:prstGeom>
        </p:spPr>
        <p:txBody>
          <a:bodyPr lIns="0" tIns="0" rIns="0" bIns="0" rtlCol="0" anchor="t">
            <a:spAutoFit/>
          </a:bodyPr>
          <a:lstStyle/>
          <a:p>
            <a:pPr latinLnBrk="1"/>
            <a:r>
              <a:rPr lang="zh-CN" altLang="en-US" sz="2400" dirty="0">
                <a:solidFill>
                  <a:srgbClr val="FF0000"/>
                </a:solidFill>
                <a:latin typeface="Microsoft YaHei"/>
                <a:ea typeface="Microsoft YaHei"/>
              </a:rPr>
              <a:t>初步判断理论模型</a:t>
            </a:r>
            <a:endParaRPr lang="en-US" altLang="zh-CN" sz="1200" dirty="0">
              <a:solidFill>
                <a:srgbClr val="FF0000"/>
              </a:solidFill>
            </a:endParaRPr>
          </a:p>
        </p:txBody>
      </p:sp>
      <p:pic>
        <p:nvPicPr>
          <p:cNvPr id="131" name="Picture 3"/>
          <p:cNvPicPr>
            <a:picLocks noChangeAspect="1"/>
          </p:cNvPicPr>
          <p:nvPr/>
        </p:nvPicPr>
        <p:blipFill>
          <a:blip r:embed="rId3"/>
          <a:stretch>
            <a:fillRect/>
          </a:stretch>
        </p:blipFill>
        <p:spPr>
          <a:xfrm>
            <a:off x="4861485" y="1596638"/>
            <a:ext cx="1674708" cy="1912621"/>
          </a:xfrm>
          <a:prstGeom prst="rect">
            <a:avLst/>
          </a:prstGeom>
        </p:spPr>
      </p:pic>
      <p:pic>
        <p:nvPicPr>
          <p:cNvPr id="132" name="Picture 4"/>
          <p:cNvPicPr>
            <a:picLocks noChangeAspect="1"/>
          </p:cNvPicPr>
          <p:nvPr/>
        </p:nvPicPr>
        <p:blipFill>
          <a:blip r:embed="rId4"/>
          <a:stretch>
            <a:fillRect/>
          </a:stretch>
        </p:blipFill>
        <p:spPr>
          <a:xfrm>
            <a:off x="1435100" y="1596638"/>
            <a:ext cx="1674708" cy="1910869"/>
          </a:xfrm>
          <a:prstGeom prst="rect">
            <a:avLst/>
          </a:prstGeom>
        </p:spPr>
      </p:pic>
      <p:sp>
        <p:nvSpPr>
          <p:cNvPr id="135" name="TextBox 134"/>
          <p:cNvSpPr txBox="1"/>
          <p:nvPr/>
        </p:nvSpPr>
        <p:spPr>
          <a:xfrm>
            <a:off x="1285748" y="3722110"/>
            <a:ext cx="1916240" cy="307777"/>
          </a:xfrm>
          <a:prstGeom prst="rect">
            <a:avLst/>
          </a:prstGeom>
        </p:spPr>
        <p:txBody>
          <a:bodyPr lIns="0" tIns="0" rIns="0" bIns="0" rtlCol="0" anchor="t">
            <a:spAutoFit/>
          </a:bodyPr>
          <a:lstStyle/>
          <a:p>
            <a:pPr algn="ctr" latinLnBrk="1"/>
            <a:r>
              <a:rPr lang="zh-CN" altLang="en-US" sz="2000" dirty="0">
                <a:solidFill>
                  <a:srgbClr val="000000"/>
                </a:solidFill>
                <a:latin typeface="Microsoft YaHei"/>
                <a:ea typeface="Microsoft YaHei"/>
              </a:rPr>
              <a:t>主要理论</a:t>
            </a:r>
            <a:endParaRPr lang="en-US" sz="1100" dirty="0"/>
          </a:p>
        </p:txBody>
      </p:sp>
      <p:sp>
        <p:nvSpPr>
          <p:cNvPr id="138" name="TextBox 137"/>
          <p:cNvSpPr txBox="1"/>
          <p:nvPr/>
        </p:nvSpPr>
        <p:spPr>
          <a:xfrm>
            <a:off x="4744905" y="3722110"/>
            <a:ext cx="1916240" cy="307777"/>
          </a:xfrm>
          <a:prstGeom prst="rect">
            <a:avLst/>
          </a:prstGeom>
        </p:spPr>
        <p:txBody>
          <a:bodyPr lIns="0" tIns="0" rIns="0" bIns="0" rtlCol="0" anchor="t">
            <a:spAutoFit/>
          </a:bodyPr>
          <a:lstStyle/>
          <a:p>
            <a:pPr algn="ctr" latinLnBrk="1"/>
            <a:r>
              <a:rPr lang="zh-CN" altLang="en-US" sz="2000" dirty="0">
                <a:solidFill>
                  <a:srgbClr val="000000"/>
                </a:solidFill>
                <a:latin typeface="Microsoft YaHei"/>
                <a:ea typeface="Microsoft YaHei"/>
              </a:rPr>
              <a:t>主要模型</a:t>
            </a:r>
            <a:endParaRPr lang="en-US" sz="1100" dirty="0"/>
          </a:p>
        </p:txBody>
      </p:sp>
      <p:sp>
        <p:nvSpPr>
          <p:cNvPr id="141" name="TextBox 140"/>
          <p:cNvSpPr txBox="1"/>
          <p:nvPr/>
        </p:nvSpPr>
        <p:spPr>
          <a:xfrm>
            <a:off x="8272985" y="3722110"/>
            <a:ext cx="1916240" cy="307777"/>
          </a:xfrm>
          <a:prstGeom prst="rect">
            <a:avLst/>
          </a:prstGeom>
        </p:spPr>
        <p:txBody>
          <a:bodyPr lIns="0" tIns="0" rIns="0" bIns="0" rtlCol="0" anchor="t">
            <a:spAutoFit/>
          </a:bodyPr>
          <a:lstStyle/>
          <a:p>
            <a:pPr algn="ctr" latinLnBrk="1"/>
            <a:r>
              <a:rPr lang="zh-CN" altLang="en-US" sz="2000" dirty="0">
                <a:solidFill>
                  <a:srgbClr val="000000"/>
                </a:solidFill>
                <a:latin typeface="Microsoft YaHei"/>
                <a:ea typeface="Microsoft YaHei"/>
              </a:rPr>
              <a:t>限制条件</a:t>
            </a:r>
            <a:endParaRPr lang="en-US" sz="1100" dirty="0"/>
          </a:p>
        </p:txBody>
      </p:sp>
      <p:pic>
        <p:nvPicPr>
          <p:cNvPr id="2" name="图片 1">
            <a:extLst>
              <a:ext uri="{FF2B5EF4-FFF2-40B4-BE49-F238E27FC236}">
                <a16:creationId xmlns:a16="http://schemas.microsoft.com/office/drawing/2014/main" id="{405D317C-D2A2-43E5-933E-3F73CDC32E36}"/>
              </a:ext>
            </a:extLst>
          </p:cNvPr>
          <p:cNvPicPr>
            <a:picLocks noChangeAspect="1"/>
          </p:cNvPicPr>
          <p:nvPr/>
        </p:nvPicPr>
        <p:blipFill>
          <a:blip r:embed="rId5"/>
          <a:stretch>
            <a:fillRect/>
          </a:stretch>
        </p:blipFill>
        <p:spPr>
          <a:xfrm>
            <a:off x="8272985" y="1993568"/>
            <a:ext cx="1883192" cy="1513939"/>
          </a:xfrm>
          <a:prstGeom prst="rect">
            <a:avLst/>
          </a:prstGeom>
        </p:spPr>
      </p:pic>
      <p:sp>
        <p:nvSpPr>
          <p:cNvPr id="4" name="文本框 3">
            <a:extLst>
              <a:ext uri="{FF2B5EF4-FFF2-40B4-BE49-F238E27FC236}">
                <a16:creationId xmlns:a16="http://schemas.microsoft.com/office/drawing/2014/main" id="{36682AEA-95DC-43E5-9D1C-8FD2B9A84D7B}"/>
              </a:ext>
            </a:extLst>
          </p:cNvPr>
          <p:cNvSpPr txBox="1"/>
          <p:nvPr/>
        </p:nvSpPr>
        <p:spPr>
          <a:xfrm>
            <a:off x="182721" y="4582596"/>
            <a:ext cx="4685898" cy="1200329"/>
          </a:xfrm>
          <a:prstGeom prst="rect">
            <a:avLst/>
          </a:prstGeom>
          <a:noFill/>
        </p:spPr>
        <p:txBody>
          <a:bodyPr wrap="none" rtlCol="0">
            <a:spAutoFit/>
          </a:bodyPr>
          <a:lstStyle/>
          <a:p>
            <a:pPr marL="342900" indent="-342900">
              <a:buAutoNum type="arabicPeriod"/>
            </a:pPr>
            <a:r>
              <a:rPr lang="zh-CN" altLang="en-US" dirty="0"/>
              <a:t>忽略“次要条件”</a:t>
            </a:r>
            <a:endParaRPr lang="en-US" altLang="zh-CN" dirty="0"/>
          </a:p>
          <a:p>
            <a:pPr marL="342900" indent="-342900">
              <a:buAutoNum type="arabicPeriod"/>
            </a:pPr>
            <a:r>
              <a:rPr lang="zh-CN" altLang="en-US" dirty="0"/>
              <a:t>落入“参数研究，不可自拔”，忽略目的</a:t>
            </a:r>
            <a:endParaRPr lang="en-US" altLang="zh-CN" dirty="0"/>
          </a:p>
          <a:p>
            <a:pPr marL="342900" indent="-342900">
              <a:buAutoNum type="arabicPeriod"/>
            </a:pPr>
            <a:r>
              <a:rPr lang="zh-CN" altLang="en-US" dirty="0"/>
              <a:t>背景研究不充分</a:t>
            </a:r>
            <a:endParaRPr lang="en-US" altLang="zh-CN" dirty="0"/>
          </a:p>
          <a:p>
            <a:pPr marL="342900" indent="-342900">
              <a:buAutoNum type="arabicPeriod"/>
            </a:pPr>
            <a:r>
              <a:rPr lang="en-US" altLang="zh-CN" dirty="0"/>
              <a:t>…</a:t>
            </a:r>
            <a:r>
              <a:rPr lang="zh-CN" altLang="en-US" dirty="0"/>
              <a:t> </a:t>
            </a:r>
            <a:r>
              <a:rPr lang="en-US" altLang="zh-CN" dirty="0"/>
              <a:t>…</a:t>
            </a:r>
            <a:endParaRPr lang="zh-CN" altLang="en-US" dirty="0"/>
          </a:p>
        </p:txBody>
      </p:sp>
      <p:sp>
        <p:nvSpPr>
          <p:cNvPr id="19" name="文本框 18">
            <a:extLst>
              <a:ext uri="{FF2B5EF4-FFF2-40B4-BE49-F238E27FC236}">
                <a16:creationId xmlns:a16="http://schemas.microsoft.com/office/drawing/2014/main" id="{22F56AFD-AB79-4F6C-A971-504A5F0F6951}"/>
              </a:ext>
            </a:extLst>
          </p:cNvPr>
          <p:cNvSpPr txBox="1"/>
          <p:nvPr/>
        </p:nvSpPr>
        <p:spPr>
          <a:xfrm>
            <a:off x="6591367" y="4582596"/>
            <a:ext cx="4063933" cy="1200329"/>
          </a:xfrm>
          <a:prstGeom prst="rect">
            <a:avLst/>
          </a:prstGeom>
          <a:noFill/>
        </p:spPr>
        <p:txBody>
          <a:bodyPr wrap="none" rtlCol="0">
            <a:spAutoFit/>
          </a:bodyPr>
          <a:lstStyle/>
          <a:p>
            <a:pPr marL="342900" indent="-342900">
              <a:buAutoNum type="arabicPeriod"/>
            </a:pPr>
            <a:r>
              <a:rPr lang="zh-CN" altLang="en-US" dirty="0"/>
              <a:t>准确判断“条件”</a:t>
            </a:r>
            <a:endParaRPr lang="en-US" altLang="zh-CN" dirty="0"/>
          </a:p>
          <a:p>
            <a:pPr marL="342900" indent="-342900">
              <a:buAutoNum type="arabicPeriod"/>
            </a:pPr>
            <a:r>
              <a:rPr lang="zh-CN" altLang="en-US" dirty="0"/>
              <a:t>围绕目的，参数研究服务实验目的</a:t>
            </a:r>
            <a:endParaRPr lang="en-US" altLang="zh-CN" dirty="0"/>
          </a:p>
          <a:p>
            <a:pPr marL="342900" indent="-342900">
              <a:buAutoNum type="arabicPeriod"/>
            </a:pPr>
            <a:r>
              <a:rPr lang="zh-CN" altLang="en-US" dirty="0"/>
              <a:t>充分调研研究背景</a:t>
            </a:r>
            <a:endParaRPr lang="en-US" altLang="zh-CN" dirty="0"/>
          </a:p>
          <a:p>
            <a:pPr marL="342900" indent="-342900">
              <a:buAutoNum type="arabicPeriod"/>
            </a:pPr>
            <a:r>
              <a:rPr lang="en-US" altLang="zh-CN" dirty="0"/>
              <a:t>…</a:t>
            </a:r>
            <a:r>
              <a:rPr lang="zh-CN" altLang="en-US" dirty="0"/>
              <a:t> </a:t>
            </a:r>
            <a:r>
              <a:rPr lang="en-US" altLang="zh-CN" dirty="0"/>
              <a:t>…</a:t>
            </a:r>
            <a:endParaRPr lang="zh-CN" altLang="en-US" dirty="0"/>
          </a:p>
        </p:txBody>
      </p:sp>
      <p:sp>
        <p:nvSpPr>
          <p:cNvPr id="5" name="箭头: 右 4">
            <a:extLst>
              <a:ext uri="{FF2B5EF4-FFF2-40B4-BE49-F238E27FC236}">
                <a16:creationId xmlns:a16="http://schemas.microsoft.com/office/drawing/2014/main" id="{C54F1FE9-E55F-4E6A-91CB-D41B4F04261D}"/>
              </a:ext>
            </a:extLst>
          </p:cNvPr>
          <p:cNvSpPr/>
          <p:nvPr/>
        </p:nvSpPr>
        <p:spPr>
          <a:xfrm>
            <a:off x="5253688" y="4916060"/>
            <a:ext cx="890302" cy="533400"/>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9"/>
                                        </p:tgtEl>
                                        <p:attrNameLst>
                                          <p:attrName>style.visibility</p:attrName>
                                        </p:attrNameLst>
                                      </p:cBhvr>
                                      <p:to>
                                        <p:strVal val="visible"/>
                                      </p:to>
                                    </p:set>
                                    <p:animEffect transition="in" filter="fade">
                                      <p:cBhvr>
                                        <p:cTn id="7" dur="1000"/>
                                        <p:tgtEl>
                                          <p:spTgt spid="1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0"/>
                                        </p:tgtEl>
                                        <p:attrNameLst>
                                          <p:attrName>style.visibility</p:attrName>
                                        </p:attrNameLst>
                                      </p:cBhvr>
                                      <p:to>
                                        <p:strVal val="visible"/>
                                      </p:to>
                                    </p:set>
                                    <p:animEffect transition="in" filter="fade">
                                      <p:cBhvr>
                                        <p:cTn id="10" dur="1000"/>
                                        <p:tgtEl>
                                          <p:spTgt spid="1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1"/>
                                        </p:tgtEl>
                                        <p:attrNameLst>
                                          <p:attrName>style.visibility</p:attrName>
                                        </p:attrNameLst>
                                      </p:cBhvr>
                                      <p:to>
                                        <p:strVal val="visible"/>
                                      </p:to>
                                    </p:set>
                                    <p:animEffect transition="in" filter="fade">
                                      <p:cBhvr>
                                        <p:cTn id="13" dur="1000"/>
                                        <p:tgtEl>
                                          <p:spTgt spid="13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2"/>
                                        </p:tgtEl>
                                        <p:attrNameLst>
                                          <p:attrName>style.visibility</p:attrName>
                                        </p:attrNameLst>
                                      </p:cBhvr>
                                      <p:to>
                                        <p:strVal val="visible"/>
                                      </p:to>
                                    </p:set>
                                    <p:animEffect transition="in" filter="fade">
                                      <p:cBhvr>
                                        <p:cTn id="16" dur="10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130" grpId="0"/>
      <p:bldP spid="131" grpId="0" animBg="1"/>
      <p:bldP spid="13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6C8BCBD-6D48-4B0E-A7B0-7A2359B48C4A}"/>
              </a:ext>
            </a:extLst>
          </p:cNvPr>
          <p:cNvSpPr/>
          <p:nvPr/>
        </p:nvSpPr>
        <p:spPr>
          <a:xfrm>
            <a:off x="0" y="1422400"/>
            <a:ext cx="11557000" cy="2819400"/>
          </a:xfrm>
          <a:prstGeom prst="rect">
            <a:avLst/>
          </a:prstGeom>
          <a:solidFill>
            <a:srgbClr val="E5E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29" name="Picture 1"/>
          <p:cNvPicPr>
            <a:picLocks noChangeAspect="1"/>
          </p:cNvPicPr>
          <p:nvPr/>
        </p:nvPicPr>
        <p:blipFill>
          <a:blip r:embed="rId2"/>
          <a:stretch>
            <a:fillRect/>
          </a:stretch>
        </p:blipFill>
        <p:spPr>
          <a:xfrm>
            <a:off x="3356102" y="486156"/>
            <a:ext cx="4479798" cy="820414"/>
          </a:xfrm>
          <a:prstGeom prst="rect">
            <a:avLst/>
          </a:prstGeom>
        </p:spPr>
      </p:pic>
      <p:sp>
        <p:nvSpPr>
          <p:cNvPr id="130" name="TextBox 2"/>
          <p:cNvSpPr txBox="1"/>
          <p:nvPr/>
        </p:nvSpPr>
        <p:spPr>
          <a:xfrm>
            <a:off x="4266438" y="776224"/>
            <a:ext cx="2823528" cy="369332"/>
          </a:xfrm>
          <a:prstGeom prst="rect">
            <a:avLst/>
          </a:prstGeom>
        </p:spPr>
        <p:txBody>
          <a:bodyPr lIns="0" tIns="0" rIns="0" bIns="0" rtlCol="0" anchor="t">
            <a:spAutoFit/>
          </a:bodyPr>
          <a:lstStyle/>
          <a:p>
            <a:pPr latinLnBrk="1"/>
            <a:r>
              <a:rPr lang="zh-CN" altLang="en-US" sz="2400" dirty="0">
                <a:solidFill>
                  <a:srgbClr val="FF0000"/>
                </a:solidFill>
                <a:latin typeface="Microsoft YaHei"/>
                <a:ea typeface="Microsoft YaHei"/>
              </a:rPr>
              <a:t>初步判断理论模型</a:t>
            </a:r>
            <a:endParaRPr lang="en-US" altLang="zh-CN" sz="1200" dirty="0">
              <a:solidFill>
                <a:srgbClr val="FF0000"/>
              </a:solidFill>
            </a:endParaRPr>
          </a:p>
        </p:txBody>
      </p:sp>
      <p:pic>
        <p:nvPicPr>
          <p:cNvPr id="132" name="Picture 4"/>
          <p:cNvPicPr>
            <a:picLocks noChangeAspect="1"/>
          </p:cNvPicPr>
          <p:nvPr/>
        </p:nvPicPr>
        <p:blipFill>
          <a:blip r:embed="rId3"/>
          <a:stretch>
            <a:fillRect/>
          </a:stretch>
        </p:blipFill>
        <p:spPr>
          <a:xfrm>
            <a:off x="1435100" y="1596638"/>
            <a:ext cx="1674708" cy="1910869"/>
          </a:xfrm>
          <a:prstGeom prst="rect">
            <a:avLst/>
          </a:prstGeom>
        </p:spPr>
      </p:pic>
      <p:sp>
        <p:nvSpPr>
          <p:cNvPr id="135" name="TextBox 134"/>
          <p:cNvSpPr txBox="1"/>
          <p:nvPr/>
        </p:nvSpPr>
        <p:spPr>
          <a:xfrm>
            <a:off x="1285748" y="3722110"/>
            <a:ext cx="1916240" cy="307777"/>
          </a:xfrm>
          <a:prstGeom prst="rect">
            <a:avLst/>
          </a:prstGeom>
        </p:spPr>
        <p:txBody>
          <a:bodyPr lIns="0" tIns="0" rIns="0" bIns="0" rtlCol="0" anchor="t">
            <a:spAutoFit/>
          </a:bodyPr>
          <a:lstStyle/>
          <a:p>
            <a:pPr algn="ctr" latinLnBrk="1"/>
            <a:r>
              <a:rPr lang="zh-CN" altLang="en-US" sz="2000" dirty="0">
                <a:solidFill>
                  <a:srgbClr val="000000"/>
                </a:solidFill>
                <a:latin typeface="Microsoft YaHei"/>
                <a:ea typeface="Microsoft YaHei"/>
              </a:rPr>
              <a:t>主要理论</a:t>
            </a:r>
            <a:endParaRPr lang="en-US" sz="1100" dirty="0"/>
          </a:p>
        </p:txBody>
      </p:sp>
      <p:sp>
        <p:nvSpPr>
          <p:cNvPr id="6" name="文本框 5">
            <a:extLst>
              <a:ext uri="{FF2B5EF4-FFF2-40B4-BE49-F238E27FC236}">
                <a16:creationId xmlns:a16="http://schemas.microsoft.com/office/drawing/2014/main" id="{A2E5C31C-67E5-41F8-AB74-2DBDFFA1D364}"/>
              </a:ext>
            </a:extLst>
          </p:cNvPr>
          <p:cNvSpPr txBox="1"/>
          <p:nvPr/>
        </p:nvSpPr>
        <p:spPr>
          <a:xfrm>
            <a:off x="4532764" y="1706261"/>
            <a:ext cx="3531736" cy="2226250"/>
          </a:xfrm>
          <a:prstGeom prst="rect">
            <a:avLst/>
          </a:prstGeom>
          <a:noFill/>
        </p:spPr>
        <p:txBody>
          <a:bodyPr wrap="none" rtlCol="0">
            <a:spAutoFit/>
          </a:bodyPr>
          <a:lstStyle/>
          <a:p>
            <a:pPr marL="342900" indent="-342900">
              <a:lnSpc>
                <a:spcPct val="200000"/>
              </a:lnSpc>
              <a:buAutoNum type="arabicPeriod"/>
            </a:pPr>
            <a:r>
              <a:rPr lang="zh-CN" altLang="en-US" dirty="0"/>
              <a:t>必要的方程及涉及参数的意义</a:t>
            </a:r>
            <a:endParaRPr lang="en-US" altLang="zh-CN" dirty="0"/>
          </a:p>
          <a:p>
            <a:pPr marL="342900" indent="-342900">
              <a:lnSpc>
                <a:spcPct val="200000"/>
              </a:lnSpc>
              <a:buAutoNum type="arabicPeriod"/>
            </a:pPr>
            <a:r>
              <a:rPr lang="zh-CN" altLang="en-US" dirty="0"/>
              <a:t>初始条件的合理性</a:t>
            </a:r>
            <a:endParaRPr lang="en-US" altLang="zh-CN" dirty="0"/>
          </a:p>
          <a:p>
            <a:pPr marL="342900" indent="-342900">
              <a:lnSpc>
                <a:spcPct val="200000"/>
              </a:lnSpc>
              <a:buAutoNum type="arabicPeriod"/>
            </a:pPr>
            <a:r>
              <a:rPr lang="zh-CN" altLang="en-US" dirty="0"/>
              <a:t>方程的解及物理意义</a:t>
            </a:r>
            <a:endParaRPr lang="en-US" altLang="zh-CN" dirty="0"/>
          </a:p>
          <a:p>
            <a:pPr marL="342900" indent="-342900">
              <a:lnSpc>
                <a:spcPct val="200000"/>
              </a:lnSpc>
              <a:buAutoNum type="arabicPeriod"/>
            </a:pPr>
            <a:r>
              <a:rPr lang="zh-CN" altLang="en-US" dirty="0"/>
              <a:t>参数的理论影响规律</a:t>
            </a:r>
            <a:endParaRPr lang="en-US" altLang="zh-CN" dirty="0"/>
          </a:p>
        </p:txBody>
      </p:sp>
      <p:sp>
        <p:nvSpPr>
          <p:cNvPr id="7" name="文本框 6">
            <a:extLst>
              <a:ext uri="{FF2B5EF4-FFF2-40B4-BE49-F238E27FC236}">
                <a16:creationId xmlns:a16="http://schemas.microsoft.com/office/drawing/2014/main" id="{557B169A-647D-44DB-87A9-6F77CF485B28}"/>
              </a:ext>
            </a:extLst>
          </p:cNvPr>
          <p:cNvSpPr txBox="1"/>
          <p:nvPr/>
        </p:nvSpPr>
        <p:spPr>
          <a:xfrm>
            <a:off x="4742240" y="4258733"/>
            <a:ext cx="1569660" cy="2126864"/>
          </a:xfrm>
          <a:prstGeom prst="rect">
            <a:avLst/>
          </a:prstGeom>
          <a:noFill/>
        </p:spPr>
        <p:txBody>
          <a:bodyPr wrap="none" rtlCol="0">
            <a:spAutoFit/>
          </a:bodyPr>
          <a:lstStyle/>
          <a:p>
            <a:pPr>
              <a:lnSpc>
                <a:spcPct val="150000"/>
              </a:lnSpc>
            </a:pPr>
            <a:r>
              <a:rPr lang="zh-CN" altLang="en-US" dirty="0"/>
              <a:t>牛顿第二定律</a:t>
            </a:r>
            <a:endParaRPr lang="en-US" altLang="zh-CN" dirty="0"/>
          </a:p>
          <a:p>
            <a:pPr>
              <a:lnSpc>
                <a:spcPct val="150000"/>
              </a:lnSpc>
            </a:pPr>
            <a:r>
              <a:rPr lang="zh-CN" altLang="en-US" dirty="0"/>
              <a:t>动力学方程</a:t>
            </a:r>
            <a:endParaRPr lang="en-US" altLang="zh-CN" dirty="0"/>
          </a:p>
          <a:p>
            <a:pPr>
              <a:lnSpc>
                <a:spcPct val="150000"/>
              </a:lnSpc>
            </a:pPr>
            <a:r>
              <a:rPr lang="zh-CN" altLang="en-US" dirty="0"/>
              <a:t>麦克斯韦方程</a:t>
            </a:r>
            <a:endParaRPr lang="en-US" altLang="zh-CN" dirty="0"/>
          </a:p>
          <a:p>
            <a:pPr>
              <a:lnSpc>
                <a:spcPct val="150000"/>
              </a:lnSpc>
            </a:pPr>
            <a:r>
              <a:rPr lang="zh-CN" altLang="en-US" dirty="0"/>
              <a:t>流体力学</a:t>
            </a:r>
            <a:endParaRPr lang="en-US" altLang="zh-CN" dirty="0"/>
          </a:p>
          <a:p>
            <a:pPr>
              <a:lnSpc>
                <a:spcPct val="150000"/>
              </a:lnSpc>
            </a:pPr>
            <a:r>
              <a:rPr lang="en-US" altLang="zh-CN" dirty="0"/>
              <a:t>…</a:t>
            </a:r>
            <a:r>
              <a:rPr lang="zh-CN" altLang="en-US" dirty="0"/>
              <a:t> </a:t>
            </a:r>
            <a:r>
              <a:rPr lang="en-US" altLang="zh-CN" dirty="0"/>
              <a:t>…</a:t>
            </a:r>
            <a:endParaRPr lang="zh-CN" altLang="en-US" dirty="0"/>
          </a:p>
        </p:txBody>
      </p:sp>
    </p:spTree>
    <p:extLst>
      <p:ext uri="{BB962C8B-B14F-4D97-AF65-F5344CB8AC3E}">
        <p14:creationId xmlns:p14="http://schemas.microsoft.com/office/powerpoint/2010/main" val="1909676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9"/>
                                        </p:tgtEl>
                                        <p:attrNameLst>
                                          <p:attrName>style.visibility</p:attrName>
                                        </p:attrNameLst>
                                      </p:cBhvr>
                                      <p:to>
                                        <p:strVal val="visible"/>
                                      </p:to>
                                    </p:set>
                                    <p:animEffect transition="in" filter="fade">
                                      <p:cBhvr>
                                        <p:cTn id="7" dur="1000"/>
                                        <p:tgtEl>
                                          <p:spTgt spid="1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0"/>
                                        </p:tgtEl>
                                        <p:attrNameLst>
                                          <p:attrName>style.visibility</p:attrName>
                                        </p:attrNameLst>
                                      </p:cBhvr>
                                      <p:to>
                                        <p:strVal val="visible"/>
                                      </p:to>
                                    </p:set>
                                    <p:animEffect transition="in" filter="fade">
                                      <p:cBhvr>
                                        <p:cTn id="10" dur="1000"/>
                                        <p:tgtEl>
                                          <p:spTgt spid="1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2"/>
                                        </p:tgtEl>
                                        <p:attrNameLst>
                                          <p:attrName>style.visibility</p:attrName>
                                        </p:attrNameLst>
                                      </p:cBhvr>
                                      <p:to>
                                        <p:strVal val="visible"/>
                                      </p:to>
                                    </p:set>
                                    <p:animEffect transition="in" filter="fade">
                                      <p:cBhvr>
                                        <p:cTn id="13" dur="10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130" grpId="0"/>
      <p:bldP spid="13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6C8BCBD-6D48-4B0E-A7B0-7A2359B48C4A}"/>
              </a:ext>
            </a:extLst>
          </p:cNvPr>
          <p:cNvSpPr/>
          <p:nvPr/>
        </p:nvSpPr>
        <p:spPr>
          <a:xfrm>
            <a:off x="0" y="1422400"/>
            <a:ext cx="11557000" cy="2819400"/>
          </a:xfrm>
          <a:prstGeom prst="rect">
            <a:avLst/>
          </a:prstGeom>
          <a:solidFill>
            <a:srgbClr val="E5E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29" name="Picture 1"/>
          <p:cNvPicPr>
            <a:picLocks noChangeAspect="1"/>
          </p:cNvPicPr>
          <p:nvPr/>
        </p:nvPicPr>
        <p:blipFill>
          <a:blip r:embed="rId2"/>
          <a:stretch>
            <a:fillRect/>
          </a:stretch>
        </p:blipFill>
        <p:spPr>
          <a:xfrm>
            <a:off x="3356102" y="486156"/>
            <a:ext cx="4479798" cy="820414"/>
          </a:xfrm>
          <a:prstGeom prst="rect">
            <a:avLst/>
          </a:prstGeom>
        </p:spPr>
      </p:pic>
      <p:sp>
        <p:nvSpPr>
          <p:cNvPr id="130" name="TextBox 2"/>
          <p:cNvSpPr txBox="1"/>
          <p:nvPr/>
        </p:nvSpPr>
        <p:spPr>
          <a:xfrm>
            <a:off x="4266438" y="776224"/>
            <a:ext cx="2823528" cy="369332"/>
          </a:xfrm>
          <a:prstGeom prst="rect">
            <a:avLst/>
          </a:prstGeom>
        </p:spPr>
        <p:txBody>
          <a:bodyPr lIns="0" tIns="0" rIns="0" bIns="0" rtlCol="0" anchor="t">
            <a:spAutoFit/>
          </a:bodyPr>
          <a:lstStyle/>
          <a:p>
            <a:pPr latinLnBrk="1"/>
            <a:r>
              <a:rPr lang="zh-CN" altLang="en-US" sz="2400" dirty="0">
                <a:solidFill>
                  <a:srgbClr val="FF0000"/>
                </a:solidFill>
                <a:latin typeface="Microsoft YaHei"/>
                <a:ea typeface="Microsoft YaHei"/>
              </a:rPr>
              <a:t>初步判断理论模型</a:t>
            </a:r>
            <a:endParaRPr lang="en-US" altLang="zh-CN" sz="1200" dirty="0">
              <a:solidFill>
                <a:srgbClr val="FF0000"/>
              </a:solidFill>
            </a:endParaRPr>
          </a:p>
        </p:txBody>
      </p:sp>
      <p:pic>
        <p:nvPicPr>
          <p:cNvPr id="132" name="Picture 4"/>
          <p:cNvPicPr>
            <a:picLocks noChangeAspect="1"/>
          </p:cNvPicPr>
          <p:nvPr/>
        </p:nvPicPr>
        <p:blipFill>
          <a:blip r:embed="rId3"/>
          <a:stretch>
            <a:fillRect/>
          </a:stretch>
        </p:blipFill>
        <p:spPr>
          <a:xfrm>
            <a:off x="1435100" y="1596638"/>
            <a:ext cx="1674708" cy="1910869"/>
          </a:xfrm>
          <a:prstGeom prst="rect">
            <a:avLst/>
          </a:prstGeom>
        </p:spPr>
      </p:pic>
      <p:sp>
        <p:nvSpPr>
          <p:cNvPr id="135" name="TextBox 134"/>
          <p:cNvSpPr txBox="1"/>
          <p:nvPr/>
        </p:nvSpPr>
        <p:spPr>
          <a:xfrm>
            <a:off x="1285748" y="3722110"/>
            <a:ext cx="1916240" cy="307777"/>
          </a:xfrm>
          <a:prstGeom prst="rect">
            <a:avLst/>
          </a:prstGeom>
        </p:spPr>
        <p:txBody>
          <a:bodyPr lIns="0" tIns="0" rIns="0" bIns="0" rtlCol="0" anchor="t">
            <a:spAutoFit/>
          </a:bodyPr>
          <a:lstStyle/>
          <a:p>
            <a:pPr algn="ctr" latinLnBrk="1"/>
            <a:r>
              <a:rPr lang="zh-CN" altLang="en-US" sz="2000" dirty="0">
                <a:solidFill>
                  <a:srgbClr val="000000"/>
                </a:solidFill>
                <a:latin typeface="Microsoft YaHei"/>
                <a:ea typeface="Microsoft YaHei"/>
              </a:rPr>
              <a:t>主要模型</a:t>
            </a:r>
            <a:endParaRPr lang="en-US" sz="1100" dirty="0"/>
          </a:p>
        </p:txBody>
      </p:sp>
      <p:sp>
        <p:nvSpPr>
          <p:cNvPr id="6" name="文本框 5">
            <a:extLst>
              <a:ext uri="{FF2B5EF4-FFF2-40B4-BE49-F238E27FC236}">
                <a16:creationId xmlns:a16="http://schemas.microsoft.com/office/drawing/2014/main" id="{A2E5C31C-67E5-41F8-AB74-2DBDFFA1D364}"/>
              </a:ext>
            </a:extLst>
          </p:cNvPr>
          <p:cNvSpPr txBox="1"/>
          <p:nvPr/>
        </p:nvSpPr>
        <p:spPr>
          <a:xfrm>
            <a:off x="4532764" y="1706261"/>
            <a:ext cx="2377574" cy="2230739"/>
          </a:xfrm>
          <a:prstGeom prst="rect">
            <a:avLst/>
          </a:prstGeom>
          <a:noFill/>
        </p:spPr>
        <p:txBody>
          <a:bodyPr wrap="none" rtlCol="0">
            <a:spAutoFit/>
          </a:bodyPr>
          <a:lstStyle/>
          <a:p>
            <a:pPr marL="342900" indent="-342900">
              <a:lnSpc>
                <a:spcPct val="200000"/>
              </a:lnSpc>
              <a:buAutoNum type="arabicPeriod"/>
            </a:pPr>
            <a:r>
              <a:rPr lang="zh-CN" altLang="en-US" dirty="0"/>
              <a:t>数值模型</a:t>
            </a:r>
            <a:endParaRPr lang="en-US" altLang="zh-CN" dirty="0"/>
          </a:p>
          <a:p>
            <a:pPr marL="342900" indent="-342900">
              <a:lnSpc>
                <a:spcPct val="200000"/>
              </a:lnSpc>
              <a:buAutoNum type="arabicPeriod"/>
            </a:pPr>
            <a:r>
              <a:rPr lang="zh-CN" altLang="en-US" dirty="0"/>
              <a:t>软件建模</a:t>
            </a:r>
            <a:endParaRPr lang="en-US" altLang="zh-CN" dirty="0"/>
          </a:p>
          <a:p>
            <a:pPr marL="342900" indent="-342900">
              <a:lnSpc>
                <a:spcPct val="200000"/>
              </a:lnSpc>
              <a:buAutoNum type="arabicPeriod"/>
            </a:pPr>
            <a:r>
              <a:rPr lang="zh-CN" altLang="en-US" dirty="0"/>
              <a:t>理论计算结果分析</a:t>
            </a:r>
            <a:endParaRPr lang="en-US" altLang="zh-CN" dirty="0"/>
          </a:p>
          <a:p>
            <a:pPr marL="342900" indent="-342900">
              <a:lnSpc>
                <a:spcPct val="200000"/>
              </a:lnSpc>
              <a:buAutoNum type="arabicPeriod"/>
            </a:pPr>
            <a:r>
              <a:rPr lang="zh-CN" altLang="en-US" dirty="0"/>
              <a:t>修正及改进</a:t>
            </a:r>
            <a:endParaRPr lang="en-US" altLang="zh-CN" dirty="0"/>
          </a:p>
        </p:txBody>
      </p:sp>
      <p:sp>
        <p:nvSpPr>
          <p:cNvPr id="7" name="文本框 6">
            <a:extLst>
              <a:ext uri="{FF2B5EF4-FFF2-40B4-BE49-F238E27FC236}">
                <a16:creationId xmlns:a16="http://schemas.microsoft.com/office/drawing/2014/main" id="{557B169A-647D-44DB-87A9-6F77CF485B28}"/>
              </a:ext>
            </a:extLst>
          </p:cNvPr>
          <p:cNvSpPr txBox="1"/>
          <p:nvPr/>
        </p:nvSpPr>
        <p:spPr>
          <a:xfrm>
            <a:off x="2844139" y="4258733"/>
            <a:ext cx="1486561" cy="1711366"/>
          </a:xfrm>
          <a:prstGeom prst="rect">
            <a:avLst/>
          </a:prstGeom>
          <a:noFill/>
        </p:spPr>
        <p:txBody>
          <a:bodyPr wrap="none" rtlCol="0">
            <a:spAutoFit/>
          </a:bodyPr>
          <a:lstStyle/>
          <a:p>
            <a:pPr>
              <a:lnSpc>
                <a:spcPct val="150000"/>
              </a:lnSpc>
            </a:pPr>
            <a:r>
              <a:rPr lang="en-US" altLang="zh-CN" dirty="0"/>
              <a:t>Mathematical</a:t>
            </a:r>
          </a:p>
          <a:p>
            <a:pPr>
              <a:lnSpc>
                <a:spcPct val="150000"/>
              </a:lnSpc>
            </a:pPr>
            <a:r>
              <a:rPr lang="en-US" altLang="zh-CN" dirty="0" err="1"/>
              <a:t>Matlab</a:t>
            </a:r>
            <a:endParaRPr lang="en-US" altLang="zh-CN" dirty="0"/>
          </a:p>
          <a:p>
            <a:pPr>
              <a:lnSpc>
                <a:spcPct val="150000"/>
              </a:lnSpc>
            </a:pPr>
            <a:r>
              <a:rPr lang="en-US" altLang="zh-CN" dirty="0"/>
              <a:t>Python</a:t>
            </a:r>
          </a:p>
          <a:p>
            <a:pPr>
              <a:lnSpc>
                <a:spcPct val="150000"/>
              </a:lnSpc>
            </a:pPr>
            <a:r>
              <a:rPr lang="en-US" altLang="zh-CN" dirty="0"/>
              <a:t>…</a:t>
            </a:r>
            <a:r>
              <a:rPr lang="zh-CN" altLang="en-US" dirty="0"/>
              <a:t> </a:t>
            </a:r>
            <a:r>
              <a:rPr lang="en-US" altLang="zh-CN" dirty="0"/>
              <a:t>…</a:t>
            </a:r>
            <a:endParaRPr lang="zh-CN" altLang="en-US" dirty="0"/>
          </a:p>
        </p:txBody>
      </p:sp>
      <p:sp>
        <p:nvSpPr>
          <p:cNvPr id="11" name="文本框 10">
            <a:extLst>
              <a:ext uri="{FF2B5EF4-FFF2-40B4-BE49-F238E27FC236}">
                <a16:creationId xmlns:a16="http://schemas.microsoft.com/office/drawing/2014/main" id="{7B110BFA-A779-4C6F-BDE9-48845F545A6F}"/>
              </a:ext>
            </a:extLst>
          </p:cNvPr>
          <p:cNvSpPr txBox="1"/>
          <p:nvPr/>
        </p:nvSpPr>
        <p:spPr>
          <a:xfrm>
            <a:off x="6804733" y="4258733"/>
            <a:ext cx="878767" cy="1711366"/>
          </a:xfrm>
          <a:prstGeom prst="rect">
            <a:avLst/>
          </a:prstGeom>
          <a:noFill/>
        </p:spPr>
        <p:txBody>
          <a:bodyPr wrap="none" rtlCol="0">
            <a:spAutoFit/>
          </a:bodyPr>
          <a:lstStyle/>
          <a:p>
            <a:pPr>
              <a:lnSpc>
                <a:spcPct val="150000"/>
              </a:lnSpc>
            </a:pPr>
            <a:r>
              <a:rPr lang="en-US" altLang="zh-CN" dirty="0"/>
              <a:t>Tracker</a:t>
            </a:r>
          </a:p>
          <a:p>
            <a:pPr>
              <a:lnSpc>
                <a:spcPct val="150000"/>
              </a:lnSpc>
            </a:pPr>
            <a:r>
              <a:rPr lang="en-US" altLang="zh-CN" dirty="0" err="1"/>
              <a:t>Comsol</a:t>
            </a:r>
            <a:endParaRPr lang="en-US" altLang="zh-CN" dirty="0"/>
          </a:p>
          <a:p>
            <a:pPr>
              <a:lnSpc>
                <a:spcPct val="150000"/>
              </a:lnSpc>
            </a:pPr>
            <a:r>
              <a:rPr lang="en-US" altLang="zh-CN" dirty="0"/>
              <a:t>CST</a:t>
            </a:r>
          </a:p>
          <a:p>
            <a:pPr>
              <a:lnSpc>
                <a:spcPct val="150000"/>
              </a:lnSpc>
            </a:pPr>
            <a:r>
              <a:rPr lang="en-US" altLang="zh-CN" dirty="0"/>
              <a:t>…</a:t>
            </a:r>
            <a:r>
              <a:rPr lang="zh-CN" altLang="en-US" dirty="0"/>
              <a:t> </a:t>
            </a:r>
            <a:r>
              <a:rPr lang="en-US" altLang="zh-CN" dirty="0"/>
              <a:t>…</a:t>
            </a:r>
            <a:endParaRPr lang="zh-CN" altLang="en-US" dirty="0"/>
          </a:p>
        </p:txBody>
      </p:sp>
    </p:spTree>
    <p:extLst>
      <p:ext uri="{BB962C8B-B14F-4D97-AF65-F5344CB8AC3E}">
        <p14:creationId xmlns:p14="http://schemas.microsoft.com/office/powerpoint/2010/main" val="183196746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9"/>
                                        </p:tgtEl>
                                        <p:attrNameLst>
                                          <p:attrName>style.visibility</p:attrName>
                                        </p:attrNameLst>
                                      </p:cBhvr>
                                      <p:to>
                                        <p:strVal val="visible"/>
                                      </p:to>
                                    </p:set>
                                    <p:animEffect transition="in" filter="fade">
                                      <p:cBhvr>
                                        <p:cTn id="7" dur="1000"/>
                                        <p:tgtEl>
                                          <p:spTgt spid="1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0"/>
                                        </p:tgtEl>
                                        <p:attrNameLst>
                                          <p:attrName>style.visibility</p:attrName>
                                        </p:attrNameLst>
                                      </p:cBhvr>
                                      <p:to>
                                        <p:strVal val="visible"/>
                                      </p:to>
                                    </p:set>
                                    <p:animEffect transition="in" filter="fade">
                                      <p:cBhvr>
                                        <p:cTn id="10" dur="1000"/>
                                        <p:tgtEl>
                                          <p:spTgt spid="1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2"/>
                                        </p:tgtEl>
                                        <p:attrNameLst>
                                          <p:attrName>style.visibility</p:attrName>
                                        </p:attrNameLst>
                                      </p:cBhvr>
                                      <p:to>
                                        <p:strVal val="visible"/>
                                      </p:to>
                                    </p:set>
                                    <p:animEffect transition="in" filter="fade">
                                      <p:cBhvr>
                                        <p:cTn id="13" dur="10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130" grpId="0"/>
      <p:bldP spid="13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6C8BCBD-6D48-4B0E-A7B0-7A2359B48C4A}"/>
              </a:ext>
            </a:extLst>
          </p:cNvPr>
          <p:cNvSpPr/>
          <p:nvPr/>
        </p:nvSpPr>
        <p:spPr>
          <a:xfrm>
            <a:off x="0" y="1422400"/>
            <a:ext cx="11557000" cy="2819400"/>
          </a:xfrm>
          <a:prstGeom prst="rect">
            <a:avLst/>
          </a:prstGeom>
          <a:solidFill>
            <a:srgbClr val="E5E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29" name="Picture 1"/>
          <p:cNvPicPr>
            <a:picLocks noChangeAspect="1"/>
          </p:cNvPicPr>
          <p:nvPr/>
        </p:nvPicPr>
        <p:blipFill>
          <a:blip r:embed="rId2"/>
          <a:stretch>
            <a:fillRect/>
          </a:stretch>
        </p:blipFill>
        <p:spPr>
          <a:xfrm>
            <a:off x="3356102" y="486156"/>
            <a:ext cx="4479798" cy="820414"/>
          </a:xfrm>
          <a:prstGeom prst="rect">
            <a:avLst/>
          </a:prstGeom>
        </p:spPr>
      </p:pic>
      <p:sp>
        <p:nvSpPr>
          <p:cNvPr id="130" name="TextBox 2"/>
          <p:cNvSpPr txBox="1"/>
          <p:nvPr/>
        </p:nvSpPr>
        <p:spPr>
          <a:xfrm>
            <a:off x="4266438" y="776224"/>
            <a:ext cx="2823528" cy="369332"/>
          </a:xfrm>
          <a:prstGeom prst="rect">
            <a:avLst/>
          </a:prstGeom>
        </p:spPr>
        <p:txBody>
          <a:bodyPr lIns="0" tIns="0" rIns="0" bIns="0" rtlCol="0" anchor="t">
            <a:spAutoFit/>
          </a:bodyPr>
          <a:lstStyle/>
          <a:p>
            <a:pPr latinLnBrk="1"/>
            <a:r>
              <a:rPr lang="zh-CN" altLang="en-US" sz="2400" dirty="0">
                <a:solidFill>
                  <a:srgbClr val="FF0000"/>
                </a:solidFill>
                <a:latin typeface="Microsoft YaHei"/>
                <a:ea typeface="Microsoft YaHei"/>
              </a:rPr>
              <a:t>初步判断理论模型</a:t>
            </a:r>
            <a:endParaRPr lang="en-US" altLang="zh-CN" sz="1200" dirty="0">
              <a:solidFill>
                <a:srgbClr val="FF0000"/>
              </a:solidFill>
            </a:endParaRPr>
          </a:p>
        </p:txBody>
      </p:sp>
      <p:sp>
        <p:nvSpPr>
          <p:cNvPr id="6" name="文本框 5">
            <a:extLst>
              <a:ext uri="{FF2B5EF4-FFF2-40B4-BE49-F238E27FC236}">
                <a16:creationId xmlns:a16="http://schemas.microsoft.com/office/drawing/2014/main" id="{A2E5C31C-67E5-41F8-AB74-2DBDFFA1D364}"/>
              </a:ext>
            </a:extLst>
          </p:cNvPr>
          <p:cNvSpPr txBox="1"/>
          <p:nvPr/>
        </p:nvSpPr>
        <p:spPr>
          <a:xfrm>
            <a:off x="4532764" y="1706261"/>
            <a:ext cx="3070071" cy="2230739"/>
          </a:xfrm>
          <a:prstGeom prst="rect">
            <a:avLst/>
          </a:prstGeom>
          <a:noFill/>
        </p:spPr>
        <p:txBody>
          <a:bodyPr wrap="none" rtlCol="0">
            <a:spAutoFit/>
          </a:bodyPr>
          <a:lstStyle/>
          <a:p>
            <a:pPr marL="342900" indent="-342900">
              <a:lnSpc>
                <a:spcPct val="200000"/>
              </a:lnSpc>
              <a:buAutoNum type="arabicPeriod"/>
            </a:pPr>
            <a:r>
              <a:rPr lang="zh-CN" altLang="en-US" dirty="0"/>
              <a:t>初始值是否符合物理条件</a:t>
            </a:r>
            <a:endParaRPr lang="en-US" altLang="zh-CN" dirty="0"/>
          </a:p>
          <a:p>
            <a:pPr marL="342900" indent="-342900">
              <a:lnSpc>
                <a:spcPct val="200000"/>
              </a:lnSpc>
              <a:buAutoNum type="arabicPeriod"/>
            </a:pPr>
            <a:r>
              <a:rPr lang="zh-CN" altLang="en-US" dirty="0"/>
              <a:t>理论公式的使用范围</a:t>
            </a:r>
            <a:endParaRPr lang="en-US" altLang="zh-CN" dirty="0"/>
          </a:p>
          <a:p>
            <a:pPr marL="342900" indent="-342900">
              <a:lnSpc>
                <a:spcPct val="200000"/>
              </a:lnSpc>
              <a:buAutoNum type="arabicPeriod"/>
            </a:pPr>
            <a:r>
              <a:rPr lang="zh-CN" altLang="en-US" dirty="0"/>
              <a:t>修正及改进</a:t>
            </a:r>
            <a:endParaRPr lang="en-US" altLang="zh-CN" dirty="0"/>
          </a:p>
          <a:p>
            <a:pPr marL="342900" indent="-342900">
              <a:lnSpc>
                <a:spcPct val="200000"/>
              </a:lnSpc>
              <a:buAutoNum type="arabicPeriod"/>
            </a:pPr>
            <a:r>
              <a:rPr lang="en-US" altLang="zh-CN" dirty="0"/>
              <a:t>… …</a:t>
            </a:r>
          </a:p>
        </p:txBody>
      </p:sp>
      <p:sp>
        <p:nvSpPr>
          <p:cNvPr id="7" name="文本框 6">
            <a:extLst>
              <a:ext uri="{FF2B5EF4-FFF2-40B4-BE49-F238E27FC236}">
                <a16:creationId xmlns:a16="http://schemas.microsoft.com/office/drawing/2014/main" id="{557B169A-647D-44DB-87A9-6F77CF485B28}"/>
              </a:ext>
            </a:extLst>
          </p:cNvPr>
          <p:cNvSpPr txBox="1"/>
          <p:nvPr/>
        </p:nvSpPr>
        <p:spPr>
          <a:xfrm>
            <a:off x="4559300" y="4258733"/>
            <a:ext cx="1569660" cy="1295868"/>
          </a:xfrm>
          <a:prstGeom prst="rect">
            <a:avLst/>
          </a:prstGeom>
          <a:noFill/>
        </p:spPr>
        <p:txBody>
          <a:bodyPr wrap="none" rtlCol="0">
            <a:spAutoFit/>
          </a:bodyPr>
          <a:lstStyle/>
          <a:p>
            <a:pPr>
              <a:lnSpc>
                <a:spcPct val="150000"/>
              </a:lnSpc>
            </a:pPr>
            <a:r>
              <a:rPr lang="zh-CN" altLang="en-US" dirty="0"/>
              <a:t>坐标系选取</a:t>
            </a:r>
            <a:endParaRPr lang="en-US" altLang="zh-CN" dirty="0"/>
          </a:p>
          <a:p>
            <a:pPr>
              <a:lnSpc>
                <a:spcPct val="150000"/>
              </a:lnSpc>
            </a:pPr>
            <a:r>
              <a:rPr lang="zh-CN" altLang="en-US" dirty="0"/>
              <a:t>过渡过程状态</a:t>
            </a:r>
            <a:endParaRPr lang="en-US" altLang="zh-CN" dirty="0"/>
          </a:p>
          <a:p>
            <a:pPr>
              <a:lnSpc>
                <a:spcPct val="150000"/>
              </a:lnSpc>
            </a:pPr>
            <a:r>
              <a:rPr lang="en-US" altLang="zh-CN" dirty="0"/>
              <a:t>…</a:t>
            </a:r>
            <a:r>
              <a:rPr lang="zh-CN" altLang="en-US" dirty="0"/>
              <a:t> </a:t>
            </a:r>
            <a:r>
              <a:rPr lang="en-US" altLang="zh-CN" dirty="0"/>
              <a:t>…</a:t>
            </a:r>
            <a:endParaRPr lang="zh-CN" altLang="en-US" dirty="0"/>
          </a:p>
        </p:txBody>
      </p:sp>
      <p:sp>
        <p:nvSpPr>
          <p:cNvPr id="10" name="TextBox 140">
            <a:extLst>
              <a:ext uri="{FF2B5EF4-FFF2-40B4-BE49-F238E27FC236}">
                <a16:creationId xmlns:a16="http://schemas.microsoft.com/office/drawing/2014/main" id="{B4F96733-9AAF-4CCA-9432-55308B91B6EF}"/>
              </a:ext>
            </a:extLst>
          </p:cNvPr>
          <p:cNvSpPr txBox="1"/>
          <p:nvPr/>
        </p:nvSpPr>
        <p:spPr>
          <a:xfrm>
            <a:off x="1358900" y="3722110"/>
            <a:ext cx="1916240" cy="307777"/>
          </a:xfrm>
          <a:prstGeom prst="rect">
            <a:avLst/>
          </a:prstGeom>
        </p:spPr>
        <p:txBody>
          <a:bodyPr lIns="0" tIns="0" rIns="0" bIns="0" rtlCol="0" anchor="t">
            <a:spAutoFit/>
          </a:bodyPr>
          <a:lstStyle/>
          <a:p>
            <a:pPr algn="ctr" latinLnBrk="1"/>
            <a:r>
              <a:rPr lang="zh-CN" altLang="en-US" sz="2000" dirty="0">
                <a:solidFill>
                  <a:srgbClr val="000000"/>
                </a:solidFill>
                <a:latin typeface="Microsoft YaHei"/>
                <a:ea typeface="Microsoft YaHei"/>
              </a:rPr>
              <a:t>限制条件</a:t>
            </a:r>
            <a:endParaRPr lang="en-US" sz="1100" dirty="0"/>
          </a:p>
        </p:txBody>
      </p:sp>
      <p:pic>
        <p:nvPicPr>
          <p:cNvPr id="12" name="图片 11">
            <a:extLst>
              <a:ext uri="{FF2B5EF4-FFF2-40B4-BE49-F238E27FC236}">
                <a16:creationId xmlns:a16="http://schemas.microsoft.com/office/drawing/2014/main" id="{D1D7E21B-5E6D-4914-996F-4E1C21E43B2A}"/>
              </a:ext>
            </a:extLst>
          </p:cNvPr>
          <p:cNvPicPr>
            <a:picLocks noChangeAspect="1"/>
          </p:cNvPicPr>
          <p:nvPr/>
        </p:nvPicPr>
        <p:blipFill>
          <a:blip r:embed="rId3"/>
          <a:stretch>
            <a:fillRect/>
          </a:stretch>
        </p:blipFill>
        <p:spPr>
          <a:xfrm>
            <a:off x="1358900" y="1993568"/>
            <a:ext cx="1883192" cy="1513939"/>
          </a:xfrm>
          <a:prstGeom prst="rect">
            <a:avLst/>
          </a:prstGeom>
        </p:spPr>
      </p:pic>
    </p:spTree>
    <p:extLst>
      <p:ext uri="{BB962C8B-B14F-4D97-AF65-F5344CB8AC3E}">
        <p14:creationId xmlns:p14="http://schemas.microsoft.com/office/powerpoint/2010/main" val="353915717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9"/>
                                        </p:tgtEl>
                                        <p:attrNameLst>
                                          <p:attrName>style.visibility</p:attrName>
                                        </p:attrNameLst>
                                      </p:cBhvr>
                                      <p:to>
                                        <p:strVal val="visible"/>
                                      </p:to>
                                    </p:set>
                                    <p:animEffect transition="in" filter="fade">
                                      <p:cBhvr>
                                        <p:cTn id="7" dur="1000"/>
                                        <p:tgtEl>
                                          <p:spTgt spid="1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0"/>
                                        </p:tgtEl>
                                        <p:attrNameLst>
                                          <p:attrName>style.visibility</p:attrName>
                                        </p:attrNameLst>
                                      </p:cBhvr>
                                      <p:to>
                                        <p:strVal val="visible"/>
                                      </p:to>
                                    </p:set>
                                    <p:animEffect transition="in" filter="fade">
                                      <p:cBhvr>
                                        <p:cTn id="10" dur="10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130"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3" name="Picture 1"/>
          <p:cNvPicPr>
            <a:picLocks noChangeAspect="1"/>
          </p:cNvPicPr>
          <p:nvPr/>
        </p:nvPicPr>
        <p:blipFill>
          <a:blip r:embed="rId2"/>
          <a:stretch>
            <a:fillRect/>
          </a:stretch>
        </p:blipFill>
        <p:spPr>
          <a:xfrm>
            <a:off x="4041902" y="486156"/>
            <a:ext cx="3472786" cy="820414"/>
          </a:xfrm>
          <a:prstGeom prst="rect">
            <a:avLst/>
          </a:prstGeom>
        </p:spPr>
      </p:pic>
      <p:sp>
        <p:nvSpPr>
          <p:cNvPr id="144" name="TextBox 2"/>
          <p:cNvSpPr txBox="1"/>
          <p:nvPr/>
        </p:nvSpPr>
        <p:spPr>
          <a:xfrm>
            <a:off x="4266438" y="776224"/>
            <a:ext cx="2854008" cy="369332"/>
          </a:xfrm>
          <a:prstGeom prst="rect">
            <a:avLst/>
          </a:prstGeom>
        </p:spPr>
        <p:txBody>
          <a:bodyPr lIns="0" tIns="0" rIns="0" bIns="0" rtlCol="0" anchor="t">
            <a:spAutoFit/>
          </a:bodyPr>
          <a:lstStyle/>
          <a:p>
            <a:pPr algn="ctr" latinLnBrk="1"/>
            <a:r>
              <a:rPr lang="zh-CN" altLang="en-US" sz="2400" dirty="0">
                <a:solidFill>
                  <a:srgbClr val="FF0000"/>
                </a:solidFill>
                <a:latin typeface="Microsoft YaHei"/>
                <a:ea typeface="Microsoft YaHei"/>
              </a:rPr>
              <a:t>实验和理论验证</a:t>
            </a:r>
            <a:endParaRPr lang="en-US" altLang="zh-CN" sz="1200" dirty="0">
              <a:solidFill>
                <a:srgbClr val="FF0000"/>
              </a:solidFill>
            </a:endParaRPr>
          </a:p>
        </p:txBody>
      </p:sp>
      <p:sp>
        <p:nvSpPr>
          <p:cNvPr id="2" name="文本框 1">
            <a:extLst>
              <a:ext uri="{FF2B5EF4-FFF2-40B4-BE49-F238E27FC236}">
                <a16:creationId xmlns:a16="http://schemas.microsoft.com/office/drawing/2014/main" id="{B791171A-4D75-4043-A00A-B0351FF94B6B}"/>
              </a:ext>
            </a:extLst>
          </p:cNvPr>
          <p:cNvSpPr txBox="1"/>
          <p:nvPr/>
        </p:nvSpPr>
        <p:spPr>
          <a:xfrm>
            <a:off x="825500" y="1955800"/>
            <a:ext cx="4171335" cy="400110"/>
          </a:xfrm>
          <a:prstGeom prst="rect">
            <a:avLst/>
          </a:prstGeom>
          <a:noFill/>
        </p:spPr>
        <p:txBody>
          <a:bodyPr wrap="none" rtlCol="0">
            <a:spAutoFit/>
          </a:bodyPr>
          <a:lstStyle/>
          <a:p>
            <a:r>
              <a:rPr lang="zh-CN" altLang="en-US" sz="2000" b="1" dirty="0">
                <a:solidFill>
                  <a:srgbClr val="FF0000"/>
                </a:solidFill>
              </a:rPr>
              <a:t>方法： 控制变量法 （理论和实验）</a:t>
            </a:r>
          </a:p>
        </p:txBody>
      </p:sp>
      <p:sp>
        <p:nvSpPr>
          <p:cNvPr id="52" name="文本框 51">
            <a:extLst>
              <a:ext uri="{FF2B5EF4-FFF2-40B4-BE49-F238E27FC236}">
                <a16:creationId xmlns:a16="http://schemas.microsoft.com/office/drawing/2014/main" id="{075A66F7-13D0-4CAA-BA85-6858430B4FEF}"/>
              </a:ext>
            </a:extLst>
          </p:cNvPr>
          <p:cNvSpPr txBox="1"/>
          <p:nvPr/>
        </p:nvSpPr>
        <p:spPr>
          <a:xfrm>
            <a:off x="821267" y="2635808"/>
            <a:ext cx="7785465" cy="369332"/>
          </a:xfrm>
          <a:prstGeom prst="rect">
            <a:avLst/>
          </a:prstGeom>
          <a:noFill/>
        </p:spPr>
        <p:txBody>
          <a:bodyPr wrap="none" rtlCol="0">
            <a:spAutoFit/>
          </a:bodyPr>
          <a:lstStyle/>
          <a:p>
            <a:r>
              <a:rPr lang="zh-CN" altLang="en-US" dirty="0"/>
              <a:t>理论上可以将多个因素赋予一个变量，方便计算；但是必须要对应实验结果</a:t>
            </a:r>
          </a:p>
        </p:txBody>
      </p:sp>
    </p:spTree>
  </p:cSld>
  <p:clrMapOvr>
    <a:masterClrMapping/>
  </p:clrMapOvr>
  <p:transition spd="slow">
    <p14:prism xmlns:p14="http://schemas.microsoft.com/office/powerpoint/2010/main" dir="u" isInverted="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43"/>
                                        </p:tgtEl>
                                        <p:attrNameLst>
                                          <p:attrName>style.visibility</p:attrName>
                                        </p:attrNameLst>
                                      </p:cBhvr>
                                      <p:to>
                                        <p:strVal val="visible"/>
                                      </p:to>
                                    </p:set>
                                    <p:anim calcmode="lin" valueType="num">
                                      <p:cBhvr additive="base">
                                        <p:cTn id="7" dur="1000" fill="hold"/>
                                        <p:tgtEl>
                                          <p:spTgt spid="143"/>
                                        </p:tgtEl>
                                        <p:attrNameLst>
                                          <p:attrName>ppt_x</p:attrName>
                                        </p:attrNameLst>
                                      </p:cBhvr>
                                      <p:tavLst>
                                        <p:tav tm="0">
                                          <p:val>
                                            <p:strVal val="#ppt_x"/>
                                          </p:val>
                                        </p:tav>
                                        <p:tav tm="100000">
                                          <p:val>
                                            <p:strVal val="#ppt_x"/>
                                          </p:val>
                                        </p:tav>
                                      </p:tavLst>
                                    </p:anim>
                                    <p:anim calcmode="lin" valueType="num">
                                      <p:cBhvr additive="base">
                                        <p:cTn id="8" dur="1000" fill="hold"/>
                                        <p:tgtEl>
                                          <p:spTgt spid="143"/>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44"/>
                                        </p:tgtEl>
                                        <p:attrNameLst>
                                          <p:attrName>style.visibility</p:attrName>
                                        </p:attrNameLst>
                                      </p:cBhvr>
                                      <p:to>
                                        <p:strVal val="visible"/>
                                      </p:to>
                                    </p:set>
                                    <p:anim calcmode="lin" valueType="num">
                                      <p:cBhvr additive="base">
                                        <p:cTn id="11" dur="1000" fill="hold"/>
                                        <p:tgtEl>
                                          <p:spTgt spid="144"/>
                                        </p:tgtEl>
                                        <p:attrNameLst>
                                          <p:attrName>ppt_x</p:attrName>
                                        </p:attrNameLst>
                                      </p:cBhvr>
                                      <p:tavLst>
                                        <p:tav tm="0">
                                          <p:val>
                                            <p:strVal val="#ppt_x"/>
                                          </p:val>
                                        </p:tav>
                                        <p:tav tm="100000">
                                          <p:val>
                                            <p:strVal val="#ppt_x"/>
                                          </p:val>
                                        </p:tav>
                                      </p:tavLst>
                                    </p:anim>
                                    <p:anim calcmode="lin" valueType="num">
                                      <p:cBhvr additive="base">
                                        <p:cTn id="12" dur="1000" fill="hold"/>
                                        <p:tgtEl>
                                          <p:spTgt spid="14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 grpId="0" animBg="1"/>
      <p:bldP spid="14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2" name="Picture 1"/>
          <p:cNvPicPr>
            <a:picLocks noChangeAspect="1"/>
          </p:cNvPicPr>
          <p:nvPr/>
        </p:nvPicPr>
        <p:blipFill>
          <a:blip r:embed="rId2"/>
          <a:stretch>
            <a:fillRect/>
          </a:stretch>
        </p:blipFill>
        <p:spPr>
          <a:xfrm>
            <a:off x="4374769" y="814578"/>
            <a:ext cx="3243915" cy="3704754"/>
          </a:xfrm>
          <a:prstGeom prst="rect">
            <a:avLst/>
          </a:prstGeom>
        </p:spPr>
      </p:pic>
      <p:pic>
        <p:nvPicPr>
          <p:cNvPr id="193" name="Picture 2"/>
          <p:cNvPicPr>
            <a:picLocks noChangeAspect="1"/>
          </p:cNvPicPr>
          <p:nvPr/>
        </p:nvPicPr>
        <p:blipFill>
          <a:blip r:embed="rId3"/>
          <a:stretch>
            <a:fillRect/>
          </a:stretch>
        </p:blipFill>
        <p:spPr>
          <a:xfrm>
            <a:off x="2889250" y="5138674"/>
            <a:ext cx="5778500" cy="434018"/>
          </a:xfrm>
          <a:prstGeom prst="rect">
            <a:avLst/>
          </a:prstGeom>
        </p:spPr>
      </p:pic>
      <p:pic>
        <p:nvPicPr>
          <p:cNvPr id="194" name="Picture 3"/>
          <p:cNvPicPr>
            <a:picLocks noChangeAspect="1"/>
          </p:cNvPicPr>
          <p:nvPr/>
        </p:nvPicPr>
        <p:blipFill>
          <a:blip r:embed="rId4"/>
          <a:stretch>
            <a:fillRect/>
          </a:stretch>
        </p:blipFill>
        <p:spPr>
          <a:xfrm>
            <a:off x="3105277" y="3244850"/>
            <a:ext cx="1351331" cy="1092940"/>
          </a:xfrm>
          <a:prstGeom prst="rect">
            <a:avLst/>
          </a:prstGeom>
        </p:spPr>
      </p:pic>
      <p:grpSp>
        <p:nvGrpSpPr>
          <p:cNvPr id="195" name="Group 4"/>
          <p:cNvGrpSpPr/>
          <p:nvPr/>
        </p:nvGrpSpPr>
        <p:grpSpPr>
          <a:xfrm>
            <a:off x="4546346" y="4896485"/>
            <a:ext cx="3001708" cy="533400"/>
            <a:chOff x="4546346" y="4896485"/>
            <a:chExt cx="3001708" cy="533400"/>
          </a:xfrm>
        </p:grpSpPr>
        <p:sp>
          <p:nvSpPr>
            <p:cNvPr id="196" name="TextBox 195"/>
            <p:cNvSpPr txBox="1"/>
            <p:nvPr/>
          </p:nvSpPr>
          <p:spPr>
            <a:xfrm>
              <a:off x="4546346" y="4896485"/>
              <a:ext cx="3001708" cy="533400"/>
            </a:xfrm>
            <a:prstGeom prst="rect">
              <a:avLst/>
            </a:prstGeom>
          </p:spPr>
          <p:txBody>
            <a:bodyPr lIns="0" tIns="0" rIns="0" bIns="0" rtlCol="0" anchor="t">
              <a:spAutoFit/>
            </a:bodyPr>
            <a:lstStyle/>
            <a:p>
              <a:pPr algn="ctr" latinLnBrk="1"/>
              <a:r>
                <a:rPr lang="en-US" sz="3000">
                  <a:solidFill>
                    <a:srgbClr val="000000"/>
                  </a:solidFill>
                  <a:latin typeface="Microsoft YaHei"/>
                  <a:ea typeface="Microsoft YaHei"/>
                </a:rPr>
                <a:t>遗留问题</a:t>
              </a:r>
              <a:r>
                <a:rPr lang="en-US" sz="3000">
                  <a:solidFill>
                    <a:srgbClr val="9DC3E6"/>
                  </a:solidFill>
                  <a:latin typeface="Microsoft YaHei"/>
                  <a:ea typeface="Microsoft YaHei"/>
                </a:rPr>
                <a:t>探讨</a:t>
              </a:r>
              <a:endParaRPr lang="en-US" sz="110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1000"/>
                                        <p:tgtEl>
                                          <p:spTgt spid="19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3"/>
                                        </p:tgtEl>
                                        <p:attrNameLst>
                                          <p:attrName>style.visibility</p:attrName>
                                        </p:attrNameLst>
                                      </p:cBhvr>
                                      <p:to>
                                        <p:strVal val="visible"/>
                                      </p:to>
                                    </p:set>
                                    <p:animEffect transition="in" filter="fade">
                                      <p:cBhvr>
                                        <p:cTn id="10" dur="1000"/>
                                        <p:tgtEl>
                                          <p:spTgt spid="19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animEffect transition="in" filter="fade">
                                      <p:cBhvr>
                                        <p:cTn id="13" dur="1000"/>
                                        <p:tgtEl>
                                          <p:spTgt spid="19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5"/>
                                        </p:tgtEl>
                                        <p:attrNameLst>
                                          <p:attrName>style.visibility</p:attrName>
                                        </p:attrNameLst>
                                      </p:cBhvr>
                                      <p:to>
                                        <p:strVal val="visible"/>
                                      </p:to>
                                    </p:set>
                                    <p:animEffect transition="in" filter="fade">
                                      <p:cBhvr>
                                        <p:cTn id="16" dur="1000"/>
                                        <p:tgtEl>
                                          <p:spTgt spid="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 grpId="0" animBg="1"/>
      <p:bldP spid="193" grpId="0" animBg="1"/>
      <p:bldP spid="194" grpId="0" animBg="1"/>
      <p:bldP spid="19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7" name="Picture 1"/>
          <p:cNvPicPr>
            <a:picLocks noChangeAspect="1"/>
          </p:cNvPicPr>
          <p:nvPr/>
        </p:nvPicPr>
        <p:blipFill>
          <a:blip r:embed="rId2"/>
          <a:stretch>
            <a:fillRect/>
          </a:stretch>
        </p:blipFill>
        <p:spPr>
          <a:xfrm>
            <a:off x="4025900" y="482600"/>
            <a:ext cx="3472786" cy="820414"/>
          </a:xfrm>
          <a:prstGeom prst="rect">
            <a:avLst/>
          </a:prstGeom>
        </p:spPr>
      </p:pic>
      <p:sp>
        <p:nvSpPr>
          <p:cNvPr id="198" name="TextBox 2"/>
          <p:cNvSpPr txBox="1"/>
          <p:nvPr/>
        </p:nvSpPr>
        <p:spPr>
          <a:xfrm>
            <a:off x="4246372" y="775589"/>
            <a:ext cx="2833751" cy="406400"/>
          </a:xfrm>
          <a:prstGeom prst="rect">
            <a:avLst/>
          </a:prstGeom>
        </p:spPr>
        <p:txBody>
          <a:bodyPr lIns="0" tIns="0" rIns="0" bIns="0" rtlCol="0" anchor="t">
            <a:spAutoFit/>
          </a:bodyPr>
          <a:lstStyle/>
          <a:p>
            <a:pPr algn="ctr" latinLnBrk="1"/>
            <a:r>
              <a:rPr lang="en-US" sz="2300">
                <a:solidFill>
                  <a:srgbClr val="000000"/>
                </a:solidFill>
                <a:latin typeface="Microsoft YaHei"/>
                <a:ea typeface="Microsoft YaHei"/>
              </a:rPr>
              <a:t>在这里填写标题</a:t>
            </a:r>
            <a:endParaRPr lang="en-US" sz="1100"/>
          </a:p>
        </p:txBody>
      </p:sp>
      <p:pic>
        <p:nvPicPr>
          <p:cNvPr id="199" name="Picture 3"/>
          <p:cNvPicPr>
            <a:picLocks noChangeAspect="1"/>
          </p:cNvPicPr>
          <p:nvPr/>
        </p:nvPicPr>
        <p:blipFill>
          <a:blip r:embed="rId3"/>
          <a:stretch>
            <a:fillRect/>
          </a:stretch>
        </p:blipFill>
        <p:spPr>
          <a:xfrm>
            <a:off x="1130300" y="2120900"/>
            <a:ext cx="3883827" cy="3186588"/>
          </a:xfrm>
          <a:prstGeom prst="rect">
            <a:avLst/>
          </a:prstGeom>
        </p:spPr>
      </p:pic>
      <p:sp>
        <p:nvSpPr>
          <p:cNvPr id="200" name="TextBox 4"/>
          <p:cNvSpPr txBox="1"/>
          <p:nvPr/>
        </p:nvSpPr>
        <p:spPr>
          <a:xfrm>
            <a:off x="5880100" y="2032000"/>
            <a:ext cx="574421" cy="533400"/>
          </a:xfrm>
          <a:prstGeom prst="rect">
            <a:avLst/>
          </a:prstGeom>
        </p:spPr>
        <p:txBody>
          <a:bodyPr lIns="0" tIns="0" rIns="0" bIns="0" rtlCol="0" anchor="t">
            <a:spAutoFit/>
          </a:bodyPr>
          <a:lstStyle/>
          <a:p>
            <a:pPr algn="ctr" latinLnBrk="1"/>
            <a:r>
              <a:rPr lang="en-US" sz="3000" b="1">
                <a:solidFill>
                  <a:srgbClr val="000000"/>
                </a:solidFill>
                <a:latin typeface="Microsoft YaHei"/>
                <a:ea typeface="Microsoft YaHei"/>
              </a:rPr>
              <a:t>01</a:t>
            </a:r>
            <a:endParaRPr lang="en-US" sz="1100"/>
          </a:p>
        </p:txBody>
      </p:sp>
      <p:sp>
        <p:nvSpPr>
          <p:cNvPr id="201" name="TextBox 5"/>
          <p:cNvSpPr txBox="1"/>
          <p:nvPr/>
        </p:nvSpPr>
        <p:spPr>
          <a:xfrm>
            <a:off x="5892800" y="2971800"/>
            <a:ext cx="555244" cy="533400"/>
          </a:xfrm>
          <a:prstGeom prst="rect">
            <a:avLst/>
          </a:prstGeom>
        </p:spPr>
        <p:txBody>
          <a:bodyPr lIns="0" tIns="0" rIns="0" bIns="0" rtlCol="0" anchor="t">
            <a:spAutoFit/>
          </a:bodyPr>
          <a:lstStyle/>
          <a:p>
            <a:pPr algn="ctr" latinLnBrk="1"/>
            <a:r>
              <a:rPr lang="en-US" sz="3000" b="1">
                <a:solidFill>
                  <a:srgbClr val="000000"/>
                </a:solidFill>
                <a:latin typeface="Microsoft YaHei"/>
                <a:ea typeface="Microsoft YaHei"/>
              </a:rPr>
              <a:t>02</a:t>
            </a:r>
            <a:endParaRPr lang="en-US" sz="1100"/>
          </a:p>
        </p:txBody>
      </p:sp>
      <p:sp>
        <p:nvSpPr>
          <p:cNvPr id="202" name="TextBox 6"/>
          <p:cNvSpPr txBox="1"/>
          <p:nvPr/>
        </p:nvSpPr>
        <p:spPr>
          <a:xfrm>
            <a:off x="5892800" y="3898900"/>
            <a:ext cx="655701" cy="533400"/>
          </a:xfrm>
          <a:prstGeom prst="rect">
            <a:avLst/>
          </a:prstGeom>
        </p:spPr>
        <p:txBody>
          <a:bodyPr lIns="0" tIns="0" rIns="0" bIns="0" rtlCol="0" anchor="t">
            <a:spAutoFit/>
          </a:bodyPr>
          <a:lstStyle/>
          <a:p>
            <a:pPr algn="ctr" latinLnBrk="1"/>
            <a:r>
              <a:rPr lang="en-US" sz="3000" b="1">
                <a:solidFill>
                  <a:srgbClr val="000000"/>
                </a:solidFill>
                <a:latin typeface="Microsoft YaHei"/>
                <a:ea typeface="Microsoft YaHei"/>
              </a:rPr>
              <a:t>03</a:t>
            </a:r>
            <a:endParaRPr lang="en-US" sz="1100"/>
          </a:p>
        </p:txBody>
      </p:sp>
      <p:sp>
        <p:nvSpPr>
          <p:cNvPr id="203" name="TextBox 7"/>
          <p:cNvSpPr txBox="1"/>
          <p:nvPr/>
        </p:nvSpPr>
        <p:spPr>
          <a:xfrm>
            <a:off x="5892800" y="4800600"/>
            <a:ext cx="589026" cy="533400"/>
          </a:xfrm>
          <a:prstGeom prst="rect">
            <a:avLst/>
          </a:prstGeom>
        </p:spPr>
        <p:txBody>
          <a:bodyPr lIns="0" tIns="0" rIns="0" bIns="0" rtlCol="0" anchor="t">
            <a:spAutoFit/>
          </a:bodyPr>
          <a:lstStyle/>
          <a:p>
            <a:pPr algn="ctr" latinLnBrk="1"/>
            <a:r>
              <a:rPr lang="en-US" sz="3000" b="1">
                <a:solidFill>
                  <a:srgbClr val="000000"/>
                </a:solidFill>
                <a:latin typeface="Microsoft YaHei"/>
                <a:ea typeface="Microsoft YaHei"/>
              </a:rPr>
              <a:t>04</a:t>
            </a:r>
            <a:endParaRPr lang="en-US" sz="1100"/>
          </a:p>
        </p:txBody>
      </p:sp>
      <p:pic>
        <p:nvPicPr>
          <p:cNvPr id="204" name="Picture 8"/>
          <p:cNvPicPr>
            <a:picLocks noChangeAspect="1"/>
          </p:cNvPicPr>
          <p:nvPr/>
        </p:nvPicPr>
        <p:blipFill>
          <a:blip r:embed="rId4"/>
          <a:stretch>
            <a:fillRect/>
          </a:stretch>
        </p:blipFill>
        <p:spPr>
          <a:xfrm rot="5400000">
            <a:off x="6731000" y="1968500"/>
            <a:ext cx="518883" cy="627558"/>
          </a:xfrm>
          <a:prstGeom prst="rect">
            <a:avLst/>
          </a:prstGeom>
        </p:spPr>
      </p:pic>
      <p:sp>
        <p:nvSpPr>
          <p:cNvPr id="205" name="TextBox 9"/>
          <p:cNvSpPr txBox="1"/>
          <p:nvPr/>
        </p:nvSpPr>
        <p:spPr>
          <a:xfrm>
            <a:off x="6553200" y="2120900"/>
            <a:ext cx="846138" cy="355600"/>
          </a:xfrm>
          <a:prstGeom prst="rect">
            <a:avLst/>
          </a:prstGeom>
        </p:spPr>
        <p:txBody>
          <a:bodyPr lIns="0" tIns="0" rIns="0" bIns="0" rtlCol="0" anchor="t">
            <a:spAutoFit/>
          </a:bodyPr>
          <a:lstStyle/>
          <a:p>
            <a:pPr algn="ctr" latinLnBrk="1"/>
            <a:r>
              <a:rPr lang="en-US" sz="2000" b="1">
                <a:solidFill>
                  <a:srgbClr val="000000"/>
                </a:solidFill>
                <a:latin typeface="Microsoft YaHei"/>
                <a:ea typeface="Microsoft YaHei"/>
              </a:rPr>
              <a:t>标题</a:t>
            </a:r>
            <a:endParaRPr lang="en-US" sz="1100"/>
          </a:p>
        </p:txBody>
      </p:sp>
      <p:pic>
        <p:nvPicPr>
          <p:cNvPr id="206" name="Picture 10"/>
          <p:cNvPicPr>
            <a:picLocks noChangeAspect="1"/>
          </p:cNvPicPr>
          <p:nvPr/>
        </p:nvPicPr>
        <p:blipFill>
          <a:blip r:embed="rId4"/>
          <a:stretch>
            <a:fillRect/>
          </a:stretch>
        </p:blipFill>
        <p:spPr>
          <a:xfrm rot="5400000">
            <a:off x="6743700" y="2895600"/>
            <a:ext cx="518883" cy="627558"/>
          </a:xfrm>
          <a:prstGeom prst="rect">
            <a:avLst/>
          </a:prstGeom>
        </p:spPr>
      </p:pic>
      <p:sp>
        <p:nvSpPr>
          <p:cNvPr id="207" name="TextBox 11"/>
          <p:cNvSpPr txBox="1"/>
          <p:nvPr/>
        </p:nvSpPr>
        <p:spPr>
          <a:xfrm>
            <a:off x="6553200" y="3060700"/>
            <a:ext cx="887730" cy="355600"/>
          </a:xfrm>
          <a:prstGeom prst="rect">
            <a:avLst/>
          </a:prstGeom>
        </p:spPr>
        <p:txBody>
          <a:bodyPr lIns="0" tIns="0" rIns="0" bIns="0" rtlCol="0" anchor="t">
            <a:spAutoFit/>
          </a:bodyPr>
          <a:lstStyle/>
          <a:p>
            <a:pPr algn="ctr" latinLnBrk="1"/>
            <a:r>
              <a:rPr lang="en-US" sz="2000" b="1">
                <a:solidFill>
                  <a:srgbClr val="000000"/>
                </a:solidFill>
                <a:latin typeface="Microsoft YaHei"/>
                <a:ea typeface="Microsoft YaHei"/>
              </a:rPr>
              <a:t>标题</a:t>
            </a:r>
            <a:endParaRPr lang="en-US" sz="1100"/>
          </a:p>
        </p:txBody>
      </p:sp>
      <p:pic>
        <p:nvPicPr>
          <p:cNvPr id="208" name="Picture 12"/>
          <p:cNvPicPr>
            <a:picLocks noChangeAspect="1"/>
          </p:cNvPicPr>
          <p:nvPr/>
        </p:nvPicPr>
        <p:blipFill>
          <a:blip r:embed="rId4"/>
          <a:stretch>
            <a:fillRect/>
          </a:stretch>
        </p:blipFill>
        <p:spPr>
          <a:xfrm rot="5400000">
            <a:off x="6743700" y="3835400"/>
            <a:ext cx="518883" cy="627558"/>
          </a:xfrm>
          <a:prstGeom prst="rect">
            <a:avLst/>
          </a:prstGeom>
        </p:spPr>
      </p:pic>
      <p:sp>
        <p:nvSpPr>
          <p:cNvPr id="209" name="TextBox 13"/>
          <p:cNvSpPr txBox="1"/>
          <p:nvPr/>
        </p:nvSpPr>
        <p:spPr>
          <a:xfrm>
            <a:off x="6565900" y="4000500"/>
            <a:ext cx="874903" cy="355600"/>
          </a:xfrm>
          <a:prstGeom prst="rect">
            <a:avLst/>
          </a:prstGeom>
        </p:spPr>
        <p:txBody>
          <a:bodyPr lIns="0" tIns="0" rIns="0" bIns="0" rtlCol="0" anchor="t">
            <a:spAutoFit/>
          </a:bodyPr>
          <a:lstStyle/>
          <a:p>
            <a:pPr algn="ctr" latinLnBrk="1"/>
            <a:r>
              <a:rPr lang="en-US" sz="2000" b="1">
                <a:solidFill>
                  <a:srgbClr val="000000"/>
                </a:solidFill>
                <a:latin typeface="Microsoft YaHei"/>
                <a:ea typeface="Microsoft YaHei"/>
              </a:rPr>
              <a:t>标题</a:t>
            </a:r>
            <a:endParaRPr lang="en-US" sz="1100"/>
          </a:p>
        </p:txBody>
      </p:sp>
      <p:pic>
        <p:nvPicPr>
          <p:cNvPr id="210" name="Picture 14"/>
          <p:cNvPicPr>
            <a:picLocks noChangeAspect="1"/>
          </p:cNvPicPr>
          <p:nvPr/>
        </p:nvPicPr>
        <p:blipFill>
          <a:blip r:embed="rId4"/>
          <a:stretch>
            <a:fillRect/>
          </a:stretch>
        </p:blipFill>
        <p:spPr>
          <a:xfrm rot="5400000">
            <a:off x="6731000" y="4737100"/>
            <a:ext cx="518883" cy="627558"/>
          </a:xfrm>
          <a:prstGeom prst="rect">
            <a:avLst/>
          </a:prstGeom>
        </p:spPr>
      </p:pic>
      <p:sp>
        <p:nvSpPr>
          <p:cNvPr id="211" name="TextBox 15"/>
          <p:cNvSpPr txBox="1"/>
          <p:nvPr/>
        </p:nvSpPr>
        <p:spPr>
          <a:xfrm>
            <a:off x="6553200" y="4902200"/>
            <a:ext cx="845376" cy="355600"/>
          </a:xfrm>
          <a:prstGeom prst="rect">
            <a:avLst/>
          </a:prstGeom>
        </p:spPr>
        <p:txBody>
          <a:bodyPr lIns="0" tIns="0" rIns="0" bIns="0" rtlCol="0" anchor="t">
            <a:spAutoFit/>
          </a:bodyPr>
          <a:lstStyle/>
          <a:p>
            <a:pPr algn="ctr" latinLnBrk="1"/>
            <a:r>
              <a:rPr lang="en-US" sz="2000" b="1">
                <a:solidFill>
                  <a:srgbClr val="000000"/>
                </a:solidFill>
                <a:latin typeface="Microsoft YaHei"/>
                <a:ea typeface="Microsoft YaHei"/>
              </a:rPr>
              <a:t>标题</a:t>
            </a:r>
            <a:endParaRPr lang="en-US" sz="1100"/>
          </a:p>
        </p:txBody>
      </p:sp>
      <p:grpSp>
        <p:nvGrpSpPr>
          <p:cNvPr id="212" name="Group 16"/>
          <p:cNvGrpSpPr/>
          <p:nvPr/>
        </p:nvGrpSpPr>
        <p:grpSpPr>
          <a:xfrm>
            <a:off x="7454900" y="2057400"/>
            <a:ext cx="2819649" cy="455612"/>
            <a:chOff x="7454900" y="2057400"/>
            <a:chExt cx="2819649" cy="455612"/>
          </a:xfrm>
        </p:grpSpPr>
        <p:sp>
          <p:nvSpPr>
            <p:cNvPr id="213" name="TextBox 212"/>
            <p:cNvSpPr txBox="1"/>
            <p:nvPr/>
          </p:nvSpPr>
          <p:spPr>
            <a:xfrm>
              <a:off x="7454900" y="2057400"/>
              <a:ext cx="2208149" cy="355600"/>
            </a:xfrm>
            <a:prstGeom prst="rect">
              <a:avLst/>
            </a:prstGeom>
          </p:spPr>
          <p:txBody>
            <a:bodyPr lIns="0" tIns="0" rIns="0" bIns="0" rtlCol="0" anchor="t">
              <a:spAutoFit/>
            </a:bodyPr>
            <a:lstStyle/>
            <a:p>
              <a:pPr algn="ctr" latinLnBrk="1"/>
              <a:r>
                <a:rPr lang="en-US" sz="2000" b="1">
                  <a:solidFill>
                    <a:srgbClr val="000000"/>
                  </a:solidFill>
                  <a:latin typeface="Microsoft YaHei"/>
                  <a:ea typeface="Microsoft YaHei"/>
                </a:rPr>
                <a:t>在这里输入内容</a:t>
              </a:r>
              <a:endParaRPr lang="en-US" sz="1100"/>
            </a:p>
          </p:txBody>
        </p:sp>
        <p:pic>
          <p:nvPicPr>
            <p:cNvPr id="214" name="Picture 213"/>
            <p:cNvPicPr>
              <a:picLocks noChangeAspect="1"/>
            </p:cNvPicPr>
            <p:nvPr/>
          </p:nvPicPr>
          <p:blipFill>
            <a:blip r:embed="rId5"/>
            <a:stretch>
              <a:fillRect/>
            </a:stretch>
          </p:blipFill>
          <p:spPr>
            <a:xfrm>
              <a:off x="7505700" y="2476500"/>
              <a:ext cx="2768849" cy="36512"/>
            </a:xfrm>
            <a:prstGeom prst="rect">
              <a:avLst/>
            </a:prstGeom>
          </p:spPr>
        </p:pic>
      </p:grpSp>
      <p:grpSp>
        <p:nvGrpSpPr>
          <p:cNvPr id="215" name="Group 17"/>
          <p:cNvGrpSpPr/>
          <p:nvPr/>
        </p:nvGrpSpPr>
        <p:grpSpPr>
          <a:xfrm>
            <a:off x="7454900" y="2959100"/>
            <a:ext cx="2819649" cy="455612"/>
            <a:chOff x="7454900" y="2959100"/>
            <a:chExt cx="2819649" cy="455612"/>
          </a:xfrm>
        </p:grpSpPr>
        <p:sp>
          <p:nvSpPr>
            <p:cNvPr id="216" name="TextBox 215"/>
            <p:cNvSpPr txBox="1"/>
            <p:nvPr/>
          </p:nvSpPr>
          <p:spPr>
            <a:xfrm>
              <a:off x="7454900" y="2959100"/>
              <a:ext cx="2180971" cy="355600"/>
            </a:xfrm>
            <a:prstGeom prst="rect">
              <a:avLst/>
            </a:prstGeom>
          </p:spPr>
          <p:txBody>
            <a:bodyPr lIns="0" tIns="0" rIns="0" bIns="0" rtlCol="0" anchor="t">
              <a:spAutoFit/>
            </a:bodyPr>
            <a:lstStyle/>
            <a:p>
              <a:pPr algn="ctr" latinLnBrk="1"/>
              <a:r>
                <a:rPr lang="en-US" sz="2000" b="1">
                  <a:solidFill>
                    <a:srgbClr val="000000"/>
                  </a:solidFill>
                  <a:latin typeface="Microsoft YaHei"/>
                  <a:ea typeface="Microsoft YaHei"/>
                </a:rPr>
                <a:t>在这里输入内容</a:t>
              </a:r>
              <a:endParaRPr lang="en-US" sz="1100"/>
            </a:p>
          </p:txBody>
        </p:sp>
        <p:pic>
          <p:nvPicPr>
            <p:cNvPr id="217" name="Picture 216"/>
            <p:cNvPicPr>
              <a:picLocks noChangeAspect="1"/>
            </p:cNvPicPr>
            <p:nvPr/>
          </p:nvPicPr>
          <p:blipFill>
            <a:blip r:embed="rId5"/>
            <a:stretch>
              <a:fillRect/>
            </a:stretch>
          </p:blipFill>
          <p:spPr>
            <a:xfrm>
              <a:off x="7505700" y="3378200"/>
              <a:ext cx="2768849" cy="36512"/>
            </a:xfrm>
            <a:prstGeom prst="rect">
              <a:avLst/>
            </a:prstGeom>
          </p:spPr>
        </p:pic>
      </p:grpSp>
      <p:grpSp>
        <p:nvGrpSpPr>
          <p:cNvPr id="218" name="Group 18"/>
          <p:cNvGrpSpPr/>
          <p:nvPr/>
        </p:nvGrpSpPr>
        <p:grpSpPr>
          <a:xfrm>
            <a:off x="7454900" y="3898900"/>
            <a:ext cx="2819649" cy="455612"/>
            <a:chOff x="7454900" y="3898900"/>
            <a:chExt cx="2819649" cy="455612"/>
          </a:xfrm>
        </p:grpSpPr>
        <p:sp>
          <p:nvSpPr>
            <p:cNvPr id="219" name="TextBox 218"/>
            <p:cNvSpPr txBox="1"/>
            <p:nvPr/>
          </p:nvSpPr>
          <p:spPr>
            <a:xfrm>
              <a:off x="7454900" y="3898900"/>
              <a:ext cx="2192338" cy="355600"/>
            </a:xfrm>
            <a:prstGeom prst="rect">
              <a:avLst/>
            </a:prstGeom>
          </p:spPr>
          <p:txBody>
            <a:bodyPr lIns="0" tIns="0" rIns="0" bIns="0" rtlCol="0" anchor="t">
              <a:spAutoFit/>
            </a:bodyPr>
            <a:lstStyle/>
            <a:p>
              <a:pPr algn="ctr" latinLnBrk="1"/>
              <a:r>
                <a:rPr lang="en-US" sz="2000" b="1">
                  <a:solidFill>
                    <a:srgbClr val="000000"/>
                  </a:solidFill>
                  <a:latin typeface="Microsoft YaHei"/>
                  <a:ea typeface="Microsoft YaHei"/>
                </a:rPr>
                <a:t>在这里输入内容</a:t>
              </a:r>
              <a:endParaRPr lang="en-US" sz="1100"/>
            </a:p>
          </p:txBody>
        </p:sp>
        <p:pic>
          <p:nvPicPr>
            <p:cNvPr id="220" name="Picture 219"/>
            <p:cNvPicPr>
              <a:picLocks noChangeAspect="1"/>
            </p:cNvPicPr>
            <p:nvPr/>
          </p:nvPicPr>
          <p:blipFill>
            <a:blip r:embed="rId5"/>
            <a:stretch>
              <a:fillRect/>
            </a:stretch>
          </p:blipFill>
          <p:spPr>
            <a:xfrm>
              <a:off x="7505700" y="4318000"/>
              <a:ext cx="2768849" cy="36512"/>
            </a:xfrm>
            <a:prstGeom prst="rect">
              <a:avLst/>
            </a:prstGeom>
          </p:spPr>
        </p:pic>
      </p:grpSp>
      <p:grpSp>
        <p:nvGrpSpPr>
          <p:cNvPr id="221" name="Group 19"/>
          <p:cNvGrpSpPr/>
          <p:nvPr/>
        </p:nvGrpSpPr>
        <p:grpSpPr>
          <a:xfrm>
            <a:off x="7450201" y="4805807"/>
            <a:ext cx="2824348" cy="450405"/>
            <a:chOff x="7450201" y="4805807"/>
            <a:chExt cx="2824348" cy="450405"/>
          </a:xfrm>
        </p:grpSpPr>
        <p:sp>
          <p:nvSpPr>
            <p:cNvPr id="222" name="TextBox 221"/>
            <p:cNvSpPr txBox="1"/>
            <p:nvPr/>
          </p:nvSpPr>
          <p:spPr>
            <a:xfrm>
              <a:off x="7450201" y="4805807"/>
              <a:ext cx="2180590" cy="355600"/>
            </a:xfrm>
            <a:prstGeom prst="rect">
              <a:avLst/>
            </a:prstGeom>
          </p:spPr>
          <p:txBody>
            <a:bodyPr lIns="0" tIns="0" rIns="0" bIns="0" rtlCol="0" anchor="t">
              <a:spAutoFit/>
            </a:bodyPr>
            <a:lstStyle/>
            <a:p>
              <a:pPr algn="ctr" latinLnBrk="1"/>
              <a:r>
                <a:rPr lang="en-US" sz="2000" b="1">
                  <a:solidFill>
                    <a:srgbClr val="000000"/>
                  </a:solidFill>
                  <a:latin typeface="Microsoft YaHei"/>
                  <a:ea typeface="Microsoft YaHei"/>
                </a:rPr>
                <a:t>在这里输入内容</a:t>
              </a:r>
              <a:endParaRPr lang="en-US" sz="1100"/>
            </a:p>
          </p:txBody>
        </p:sp>
        <p:pic>
          <p:nvPicPr>
            <p:cNvPr id="223" name="Picture 222"/>
            <p:cNvPicPr>
              <a:picLocks noChangeAspect="1"/>
            </p:cNvPicPr>
            <p:nvPr/>
          </p:nvPicPr>
          <p:blipFill>
            <a:blip r:embed="rId5"/>
            <a:stretch>
              <a:fillRect/>
            </a:stretch>
          </p:blipFill>
          <p:spPr>
            <a:xfrm>
              <a:off x="7505700" y="5219700"/>
              <a:ext cx="2768849" cy="36512"/>
            </a:xfrm>
            <a:prstGeom prst="rect">
              <a:avLst/>
            </a:prstGeom>
          </p:spPr>
        </p:pic>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7"/>
                                        </p:tgtEl>
                                        <p:attrNameLst>
                                          <p:attrName>style.visibility</p:attrName>
                                        </p:attrNameLst>
                                      </p:cBhvr>
                                      <p:to>
                                        <p:strVal val="visible"/>
                                      </p:to>
                                    </p:set>
                                    <p:animEffect transition="in" filter="fade">
                                      <p:cBhvr>
                                        <p:cTn id="7" dur="1000"/>
                                        <p:tgtEl>
                                          <p:spTgt spid="19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8"/>
                                        </p:tgtEl>
                                        <p:attrNameLst>
                                          <p:attrName>style.visibility</p:attrName>
                                        </p:attrNameLst>
                                      </p:cBhvr>
                                      <p:to>
                                        <p:strVal val="visible"/>
                                      </p:to>
                                    </p:set>
                                    <p:animEffect transition="in" filter="fade">
                                      <p:cBhvr>
                                        <p:cTn id="10" dur="1000"/>
                                        <p:tgtEl>
                                          <p:spTgt spid="19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9"/>
                                        </p:tgtEl>
                                        <p:attrNameLst>
                                          <p:attrName>style.visibility</p:attrName>
                                        </p:attrNameLst>
                                      </p:cBhvr>
                                      <p:to>
                                        <p:strVal val="visible"/>
                                      </p:to>
                                    </p:set>
                                    <p:animEffect transition="in" filter="fade">
                                      <p:cBhvr>
                                        <p:cTn id="13" dur="1000"/>
                                        <p:tgtEl>
                                          <p:spTgt spid="19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0"/>
                                        </p:tgtEl>
                                        <p:attrNameLst>
                                          <p:attrName>style.visibility</p:attrName>
                                        </p:attrNameLst>
                                      </p:cBhvr>
                                      <p:to>
                                        <p:strVal val="visible"/>
                                      </p:to>
                                    </p:set>
                                    <p:animEffect transition="in" filter="fade">
                                      <p:cBhvr>
                                        <p:cTn id="16" dur="1000"/>
                                        <p:tgtEl>
                                          <p:spTgt spid="20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1"/>
                                        </p:tgtEl>
                                        <p:attrNameLst>
                                          <p:attrName>style.visibility</p:attrName>
                                        </p:attrNameLst>
                                      </p:cBhvr>
                                      <p:to>
                                        <p:strVal val="visible"/>
                                      </p:to>
                                    </p:set>
                                    <p:animEffect transition="in" filter="fade">
                                      <p:cBhvr>
                                        <p:cTn id="19" dur="1000"/>
                                        <p:tgtEl>
                                          <p:spTgt spid="20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2"/>
                                        </p:tgtEl>
                                        <p:attrNameLst>
                                          <p:attrName>style.visibility</p:attrName>
                                        </p:attrNameLst>
                                      </p:cBhvr>
                                      <p:to>
                                        <p:strVal val="visible"/>
                                      </p:to>
                                    </p:set>
                                    <p:animEffect transition="in" filter="fade">
                                      <p:cBhvr>
                                        <p:cTn id="22" dur="1000"/>
                                        <p:tgtEl>
                                          <p:spTgt spid="20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3"/>
                                        </p:tgtEl>
                                        <p:attrNameLst>
                                          <p:attrName>style.visibility</p:attrName>
                                        </p:attrNameLst>
                                      </p:cBhvr>
                                      <p:to>
                                        <p:strVal val="visible"/>
                                      </p:to>
                                    </p:set>
                                    <p:animEffect transition="in" filter="fade">
                                      <p:cBhvr>
                                        <p:cTn id="25" dur="1000"/>
                                        <p:tgtEl>
                                          <p:spTgt spid="20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4"/>
                                        </p:tgtEl>
                                        <p:attrNameLst>
                                          <p:attrName>style.visibility</p:attrName>
                                        </p:attrNameLst>
                                      </p:cBhvr>
                                      <p:to>
                                        <p:strVal val="visible"/>
                                      </p:to>
                                    </p:set>
                                    <p:animEffect transition="in" filter="fade">
                                      <p:cBhvr>
                                        <p:cTn id="28" dur="1000"/>
                                        <p:tgtEl>
                                          <p:spTgt spid="20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5"/>
                                        </p:tgtEl>
                                        <p:attrNameLst>
                                          <p:attrName>style.visibility</p:attrName>
                                        </p:attrNameLst>
                                      </p:cBhvr>
                                      <p:to>
                                        <p:strVal val="visible"/>
                                      </p:to>
                                    </p:set>
                                    <p:animEffect transition="in" filter="fade">
                                      <p:cBhvr>
                                        <p:cTn id="31" dur="1000"/>
                                        <p:tgtEl>
                                          <p:spTgt spid="20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06"/>
                                        </p:tgtEl>
                                        <p:attrNameLst>
                                          <p:attrName>style.visibility</p:attrName>
                                        </p:attrNameLst>
                                      </p:cBhvr>
                                      <p:to>
                                        <p:strVal val="visible"/>
                                      </p:to>
                                    </p:set>
                                    <p:animEffect transition="in" filter="fade">
                                      <p:cBhvr>
                                        <p:cTn id="34" dur="1000"/>
                                        <p:tgtEl>
                                          <p:spTgt spid="20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07"/>
                                        </p:tgtEl>
                                        <p:attrNameLst>
                                          <p:attrName>style.visibility</p:attrName>
                                        </p:attrNameLst>
                                      </p:cBhvr>
                                      <p:to>
                                        <p:strVal val="visible"/>
                                      </p:to>
                                    </p:set>
                                    <p:animEffect transition="in" filter="fade">
                                      <p:cBhvr>
                                        <p:cTn id="37" dur="1000"/>
                                        <p:tgtEl>
                                          <p:spTgt spid="20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8"/>
                                        </p:tgtEl>
                                        <p:attrNameLst>
                                          <p:attrName>style.visibility</p:attrName>
                                        </p:attrNameLst>
                                      </p:cBhvr>
                                      <p:to>
                                        <p:strVal val="visible"/>
                                      </p:to>
                                    </p:set>
                                    <p:animEffect transition="in" filter="fade">
                                      <p:cBhvr>
                                        <p:cTn id="40" dur="1000"/>
                                        <p:tgtEl>
                                          <p:spTgt spid="20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9"/>
                                        </p:tgtEl>
                                        <p:attrNameLst>
                                          <p:attrName>style.visibility</p:attrName>
                                        </p:attrNameLst>
                                      </p:cBhvr>
                                      <p:to>
                                        <p:strVal val="visible"/>
                                      </p:to>
                                    </p:set>
                                    <p:animEffect transition="in" filter="fade">
                                      <p:cBhvr>
                                        <p:cTn id="43" dur="1000"/>
                                        <p:tgtEl>
                                          <p:spTgt spid="20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0"/>
                                        </p:tgtEl>
                                        <p:attrNameLst>
                                          <p:attrName>style.visibility</p:attrName>
                                        </p:attrNameLst>
                                      </p:cBhvr>
                                      <p:to>
                                        <p:strVal val="visible"/>
                                      </p:to>
                                    </p:set>
                                    <p:animEffect transition="in" filter="fade">
                                      <p:cBhvr>
                                        <p:cTn id="46" dur="1000"/>
                                        <p:tgtEl>
                                          <p:spTgt spid="21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1"/>
                                        </p:tgtEl>
                                        <p:attrNameLst>
                                          <p:attrName>style.visibility</p:attrName>
                                        </p:attrNameLst>
                                      </p:cBhvr>
                                      <p:to>
                                        <p:strVal val="visible"/>
                                      </p:to>
                                    </p:set>
                                    <p:animEffect transition="in" filter="fade">
                                      <p:cBhvr>
                                        <p:cTn id="49" dur="1000"/>
                                        <p:tgtEl>
                                          <p:spTgt spid="21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2"/>
                                        </p:tgtEl>
                                        <p:attrNameLst>
                                          <p:attrName>style.visibility</p:attrName>
                                        </p:attrNameLst>
                                      </p:cBhvr>
                                      <p:to>
                                        <p:strVal val="visible"/>
                                      </p:to>
                                    </p:set>
                                    <p:animEffect transition="in" filter="fade">
                                      <p:cBhvr>
                                        <p:cTn id="52" dur="1000"/>
                                        <p:tgtEl>
                                          <p:spTgt spid="21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5"/>
                                        </p:tgtEl>
                                        <p:attrNameLst>
                                          <p:attrName>style.visibility</p:attrName>
                                        </p:attrNameLst>
                                      </p:cBhvr>
                                      <p:to>
                                        <p:strVal val="visible"/>
                                      </p:to>
                                    </p:set>
                                    <p:animEffect transition="in" filter="fade">
                                      <p:cBhvr>
                                        <p:cTn id="55" dur="1000"/>
                                        <p:tgtEl>
                                          <p:spTgt spid="21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8"/>
                                        </p:tgtEl>
                                        <p:attrNameLst>
                                          <p:attrName>style.visibility</p:attrName>
                                        </p:attrNameLst>
                                      </p:cBhvr>
                                      <p:to>
                                        <p:strVal val="visible"/>
                                      </p:to>
                                    </p:set>
                                    <p:animEffect transition="in" filter="fade">
                                      <p:cBhvr>
                                        <p:cTn id="58" dur="1000"/>
                                        <p:tgtEl>
                                          <p:spTgt spid="21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1"/>
                                        </p:tgtEl>
                                        <p:attrNameLst>
                                          <p:attrName>style.visibility</p:attrName>
                                        </p:attrNameLst>
                                      </p:cBhvr>
                                      <p:to>
                                        <p:strVal val="visible"/>
                                      </p:to>
                                    </p:set>
                                    <p:animEffect transition="in" filter="fade">
                                      <p:cBhvr>
                                        <p:cTn id="61" dur="1000"/>
                                        <p:tgtEl>
                                          <p:spTgt spid="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 grpId="0" animBg="1"/>
      <p:bldP spid="198" grpId="0" animBg="1"/>
      <p:bldP spid="199" grpId="0" animBg="1"/>
      <p:bldP spid="200" grpId="0" animBg="1"/>
      <p:bldP spid="201" grpId="0" animBg="1"/>
      <p:bldP spid="202" grpId="0" animBg="1"/>
      <p:bldP spid="203" grpId="0" animBg="1"/>
      <p:bldP spid="204" grpId="0" animBg="1"/>
      <p:bldP spid="205" grpId="0" animBg="1"/>
      <p:bldP spid="206" grpId="0" animBg="1"/>
      <p:bldP spid="207" grpId="0" animBg="1"/>
      <p:bldP spid="208" grpId="0" animBg="1"/>
      <p:bldP spid="209" grpId="0" animBg="1"/>
      <p:bldP spid="210" grpId="0" animBg="1"/>
      <p:bldP spid="211" grpId="0" animBg="1"/>
      <p:bldP spid="212" grpId="0" animBg="1"/>
      <p:bldP spid="215" grpId="0" animBg="1"/>
      <p:bldP spid="218" grpId="0" animBg="1"/>
      <p:bldP spid="2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24" name="Picture 1"/>
          <p:cNvPicPr>
            <a:picLocks noChangeAspect="1"/>
          </p:cNvPicPr>
          <p:nvPr/>
        </p:nvPicPr>
        <p:blipFill>
          <a:blip r:embed="rId2"/>
          <a:stretch>
            <a:fillRect/>
          </a:stretch>
        </p:blipFill>
        <p:spPr>
          <a:xfrm>
            <a:off x="4041902" y="486156"/>
            <a:ext cx="3472786" cy="820414"/>
          </a:xfrm>
          <a:prstGeom prst="rect">
            <a:avLst/>
          </a:prstGeom>
        </p:spPr>
      </p:pic>
      <p:sp>
        <p:nvSpPr>
          <p:cNvPr id="225" name="TextBox 2"/>
          <p:cNvSpPr txBox="1"/>
          <p:nvPr/>
        </p:nvSpPr>
        <p:spPr>
          <a:xfrm>
            <a:off x="4266438" y="776224"/>
            <a:ext cx="2822575" cy="406400"/>
          </a:xfrm>
          <a:prstGeom prst="rect">
            <a:avLst/>
          </a:prstGeom>
        </p:spPr>
        <p:txBody>
          <a:bodyPr lIns="0" tIns="0" rIns="0" bIns="0" rtlCol="0" anchor="t">
            <a:spAutoFit/>
          </a:bodyPr>
          <a:lstStyle/>
          <a:p>
            <a:pPr algn="ctr" latinLnBrk="1"/>
            <a:r>
              <a:rPr lang="en-US" sz="2300">
                <a:solidFill>
                  <a:srgbClr val="000000"/>
                </a:solidFill>
                <a:latin typeface="Microsoft YaHei"/>
                <a:ea typeface="Microsoft YaHei"/>
              </a:rPr>
              <a:t>在这里填写标题</a:t>
            </a:r>
            <a:endParaRPr lang="en-US" sz="1100"/>
          </a:p>
        </p:txBody>
      </p:sp>
      <p:pic>
        <p:nvPicPr>
          <p:cNvPr id="226" name="Picture 3"/>
          <p:cNvPicPr>
            <a:picLocks noChangeAspect="1"/>
          </p:cNvPicPr>
          <p:nvPr/>
        </p:nvPicPr>
        <p:blipFill>
          <a:blip r:embed="rId3"/>
          <a:stretch>
            <a:fillRect/>
          </a:stretch>
        </p:blipFill>
        <p:spPr>
          <a:xfrm>
            <a:off x="2920619" y="4677410"/>
            <a:ext cx="1342758" cy="882382"/>
          </a:xfrm>
          <a:prstGeom prst="rect">
            <a:avLst/>
          </a:prstGeom>
        </p:spPr>
      </p:pic>
      <p:pic>
        <p:nvPicPr>
          <p:cNvPr id="227" name="Picture 4"/>
          <p:cNvPicPr>
            <a:picLocks noChangeAspect="1"/>
          </p:cNvPicPr>
          <p:nvPr/>
        </p:nvPicPr>
        <p:blipFill>
          <a:blip r:embed="rId3"/>
          <a:stretch>
            <a:fillRect/>
          </a:stretch>
        </p:blipFill>
        <p:spPr>
          <a:xfrm>
            <a:off x="4400677" y="3406775"/>
            <a:ext cx="2092590" cy="1375119"/>
          </a:xfrm>
          <a:prstGeom prst="rect">
            <a:avLst/>
          </a:prstGeom>
        </p:spPr>
      </p:pic>
      <p:pic>
        <p:nvPicPr>
          <p:cNvPr id="228" name="Picture 5"/>
          <p:cNvPicPr>
            <a:picLocks noChangeAspect="1"/>
          </p:cNvPicPr>
          <p:nvPr/>
        </p:nvPicPr>
        <p:blipFill>
          <a:blip r:embed="rId3"/>
          <a:stretch>
            <a:fillRect/>
          </a:stretch>
        </p:blipFill>
        <p:spPr>
          <a:xfrm>
            <a:off x="3203194" y="3128899"/>
            <a:ext cx="868456" cy="570695"/>
          </a:xfrm>
          <a:prstGeom prst="rect">
            <a:avLst/>
          </a:prstGeom>
        </p:spPr>
      </p:pic>
      <p:pic>
        <p:nvPicPr>
          <p:cNvPr id="229" name="Picture 6"/>
          <p:cNvPicPr>
            <a:picLocks noChangeAspect="1"/>
          </p:cNvPicPr>
          <p:nvPr/>
        </p:nvPicPr>
        <p:blipFill>
          <a:blip r:embed="rId4"/>
          <a:stretch>
            <a:fillRect/>
          </a:stretch>
        </p:blipFill>
        <p:spPr>
          <a:xfrm>
            <a:off x="4861433" y="2084324"/>
            <a:ext cx="1671210" cy="1096883"/>
          </a:xfrm>
          <a:prstGeom prst="rect">
            <a:avLst/>
          </a:prstGeom>
        </p:spPr>
      </p:pic>
      <p:sp>
        <p:nvSpPr>
          <p:cNvPr id="230" name="TextBox 7"/>
          <p:cNvSpPr txBox="1"/>
          <p:nvPr/>
        </p:nvSpPr>
        <p:spPr>
          <a:xfrm>
            <a:off x="2970911" y="4930013"/>
            <a:ext cx="744347" cy="355600"/>
          </a:xfrm>
          <a:prstGeom prst="rect">
            <a:avLst/>
          </a:prstGeom>
        </p:spPr>
        <p:txBody>
          <a:bodyPr lIns="0" tIns="0" rIns="0" bIns="0" rtlCol="0" anchor="t">
            <a:spAutoFit/>
          </a:bodyPr>
          <a:lstStyle/>
          <a:p>
            <a:pPr algn="ctr" latinLnBrk="1"/>
            <a:r>
              <a:rPr lang="en-US" sz="2000" b="1">
                <a:solidFill>
                  <a:srgbClr val="000000"/>
                </a:solidFill>
                <a:latin typeface="Microsoft YaHei"/>
                <a:ea typeface="Microsoft YaHei"/>
              </a:rPr>
              <a:t>38</a:t>
            </a:r>
            <a:endParaRPr lang="en-US" sz="1100"/>
          </a:p>
        </p:txBody>
      </p:sp>
      <p:sp>
        <p:nvSpPr>
          <p:cNvPr id="231" name="TextBox 8"/>
          <p:cNvSpPr txBox="1"/>
          <p:nvPr/>
        </p:nvSpPr>
        <p:spPr>
          <a:xfrm>
            <a:off x="4634484" y="3719322"/>
            <a:ext cx="966660" cy="711200"/>
          </a:xfrm>
          <a:prstGeom prst="rect">
            <a:avLst/>
          </a:prstGeom>
        </p:spPr>
        <p:txBody>
          <a:bodyPr lIns="0" tIns="0" rIns="0" bIns="0" rtlCol="0" anchor="t">
            <a:spAutoFit/>
          </a:bodyPr>
          <a:lstStyle/>
          <a:p>
            <a:pPr algn="ctr" latinLnBrk="1"/>
            <a:r>
              <a:rPr lang="en-US" sz="4000" b="1">
                <a:solidFill>
                  <a:srgbClr val="000000"/>
                </a:solidFill>
                <a:latin typeface="Microsoft YaHei"/>
                <a:ea typeface="Microsoft YaHei"/>
              </a:rPr>
              <a:t>46</a:t>
            </a:r>
            <a:endParaRPr lang="en-US" sz="1100"/>
          </a:p>
        </p:txBody>
      </p:sp>
      <p:sp>
        <p:nvSpPr>
          <p:cNvPr id="232" name="TextBox 9"/>
          <p:cNvSpPr txBox="1"/>
          <p:nvPr/>
        </p:nvSpPr>
        <p:spPr>
          <a:xfrm>
            <a:off x="3061589" y="3259582"/>
            <a:ext cx="845629" cy="285750"/>
          </a:xfrm>
          <a:prstGeom prst="rect">
            <a:avLst/>
          </a:prstGeom>
        </p:spPr>
        <p:txBody>
          <a:bodyPr lIns="0" tIns="0" rIns="0" bIns="0" rtlCol="0" anchor="t">
            <a:spAutoFit/>
          </a:bodyPr>
          <a:lstStyle/>
          <a:p>
            <a:pPr algn="ctr" latinLnBrk="1"/>
            <a:r>
              <a:rPr lang="en-US" sz="1600" b="1">
                <a:solidFill>
                  <a:srgbClr val="000000"/>
                </a:solidFill>
                <a:latin typeface="Microsoft YaHei"/>
                <a:ea typeface="Microsoft YaHei"/>
              </a:rPr>
              <a:t>17</a:t>
            </a:r>
            <a:endParaRPr lang="en-US" sz="1100"/>
          </a:p>
        </p:txBody>
      </p:sp>
      <p:sp>
        <p:nvSpPr>
          <p:cNvPr id="233" name="TextBox 10"/>
          <p:cNvSpPr txBox="1"/>
          <p:nvPr/>
        </p:nvSpPr>
        <p:spPr>
          <a:xfrm>
            <a:off x="4851400" y="2273300"/>
            <a:ext cx="1024446" cy="622300"/>
          </a:xfrm>
          <a:prstGeom prst="rect">
            <a:avLst/>
          </a:prstGeom>
        </p:spPr>
        <p:txBody>
          <a:bodyPr lIns="0" tIns="0" rIns="0" bIns="0" rtlCol="0" anchor="t">
            <a:spAutoFit/>
          </a:bodyPr>
          <a:lstStyle/>
          <a:p>
            <a:pPr algn="ctr" latinLnBrk="1"/>
            <a:r>
              <a:rPr lang="en-US" sz="3500" b="1">
                <a:solidFill>
                  <a:srgbClr val="000000"/>
                </a:solidFill>
                <a:latin typeface="Microsoft YaHei"/>
                <a:ea typeface="Microsoft YaHei"/>
              </a:rPr>
              <a:t>22</a:t>
            </a:r>
            <a:endParaRPr lang="en-US" sz="1100"/>
          </a:p>
        </p:txBody>
      </p:sp>
      <p:grpSp>
        <p:nvGrpSpPr>
          <p:cNvPr id="234" name="Group 11"/>
          <p:cNvGrpSpPr/>
          <p:nvPr/>
        </p:nvGrpSpPr>
        <p:grpSpPr>
          <a:xfrm>
            <a:off x="6884670" y="2054987"/>
            <a:ext cx="3000438" cy="815086"/>
            <a:chOff x="6884670" y="2054987"/>
            <a:chExt cx="3000438" cy="815086"/>
          </a:xfrm>
        </p:grpSpPr>
        <p:sp>
          <p:nvSpPr>
            <p:cNvPr id="235" name="TextBox 234"/>
            <p:cNvSpPr txBox="1"/>
            <p:nvPr/>
          </p:nvSpPr>
          <p:spPr>
            <a:xfrm>
              <a:off x="6884670" y="2054987"/>
              <a:ext cx="1968881" cy="355600"/>
            </a:xfrm>
            <a:prstGeom prst="rect">
              <a:avLst/>
            </a:prstGeom>
          </p:spPr>
          <p:txBody>
            <a:bodyPr lIns="0" tIns="0" rIns="0" bIns="0" rtlCol="0" anchor="t">
              <a:spAutoFit/>
            </a:bodyPr>
            <a:lstStyle/>
            <a:p>
              <a:pPr algn="l" latinLnBrk="1"/>
              <a:r>
                <a:rPr lang="en-US" sz="2000">
                  <a:solidFill>
                    <a:srgbClr val="000000"/>
                  </a:solidFill>
                  <a:latin typeface="Microsoft YaHei"/>
                  <a:ea typeface="Microsoft YaHei"/>
                </a:rPr>
                <a:t>在这里添加标题</a:t>
              </a:r>
              <a:endParaRPr lang="en-US" sz="1100"/>
            </a:p>
          </p:txBody>
        </p:sp>
        <p:sp>
          <p:nvSpPr>
            <p:cNvPr id="236" name="TextBox 235"/>
            <p:cNvSpPr txBox="1"/>
            <p:nvPr/>
          </p:nvSpPr>
          <p:spPr>
            <a:xfrm>
              <a:off x="6892544" y="2444623"/>
              <a:ext cx="2992564" cy="425450"/>
            </a:xfrm>
            <a:prstGeom prst="rect">
              <a:avLst/>
            </a:prstGeom>
          </p:spPr>
          <p:txBody>
            <a:bodyPr lIns="0" tIns="0" rIns="0" bIns="0" rtlCol="0" anchor="t">
              <a:spAutoFit/>
            </a:bodyPr>
            <a:lstStyle/>
            <a:p>
              <a:pPr algn="l" latinLnBrk="1"/>
              <a:r>
                <a:rPr lang="en-US" sz="1200">
                  <a:solidFill>
                    <a:srgbClr val="000000"/>
                  </a:solidFill>
                  <a:latin typeface="Microsoft YaHei"/>
                  <a:ea typeface="Microsoft YaHei"/>
                </a:rPr>
                <a:t>在这里填写内容详情描述在这里填写内容详情描述在这里填写内容详情描述</a:t>
              </a:r>
              <a:endParaRPr lang="en-US" sz="1100"/>
            </a:p>
          </p:txBody>
        </p:sp>
      </p:grpSp>
      <p:grpSp>
        <p:nvGrpSpPr>
          <p:cNvPr id="237" name="Group 12"/>
          <p:cNvGrpSpPr/>
          <p:nvPr/>
        </p:nvGrpSpPr>
        <p:grpSpPr>
          <a:xfrm>
            <a:off x="4542663" y="4995799"/>
            <a:ext cx="2918079" cy="815086"/>
            <a:chOff x="4542663" y="4995799"/>
            <a:chExt cx="2918079" cy="815086"/>
          </a:xfrm>
        </p:grpSpPr>
        <p:sp>
          <p:nvSpPr>
            <p:cNvPr id="238" name="TextBox 237"/>
            <p:cNvSpPr txBox="1"/>
            <p:nvPr/>
          </p:nvSpPr>
          <p:spPr>
            <a:xfrm>
              <a:off x="4542663" y="4995799"/>
              <a:ext cx="2003108" cy="355600"/>
            </a:xfrm>
            <a:prstGeom prst="rect">
              <a:avLst/>
            </a:prstGeom>
          </p:spPr>
          <p:txBody>
            <a:bodyPr lIns="0" tIns="0" rIns="0" bIns="0" rtlCol="0" anchor="t">
              <a:spAutoFit/>
            </a:bodyPr>
            <a:lstStyle/>
            <a:p>
              <a:pPr algn="l" latinLnBrk="1"/>
              <a:r>
                <a:rPr lang="en-US" sz="2000">
                  <a:solidFill>
                    <a:srgbClr val="000000"/>
                  </a:solidFill>
                  <a:latin typeface="Microsoft YaHei"/>
                  <a:ea typeface="Microsoft YaHei"/>
                </a:rPr>
                <a:t>在这里添加标题</a:t>
              </a:r>
              <a:endParaRPr lang="en-US" sz="1100"/>
            </a:p>
          </p:txBody>
        </p:sp>
        <p:sp>
          <p:nvSpPr>
            <p:cNvPr id="239" name="TextBox 238"/>
            <p:cNvSpPr txBox="1"/>
            <p:nvPr/>
          </p:nvSpPr>
          <p:spPr>
            <a:xfrm>
              <a:off x="4550537" y="5385435"/>
              <a:ext cx="2910205" cy="425450"/>
            </a:xfrm>
            <a:prstGeom prst="rect">
              <a:avLst/>
            </a:prstGeom>
          </p:spPr>
          <p:txBody>
            <a:bodyPr lIns="0" tIns="0" rIns="0" bIns="0" rtlCol="0" anchor="t">
              <a:spAutoFit/>
            </a:bodyPr>
            <a:lstStyle/>
            <a:p>
              <a:pPr algn="l" latinLnBrk="1"/>
              <a:r>
                <a:rPr lang="en-US" sz="1200">
                  <a:solidFill>
                    <a:srgbClr val="000000"/>
                  </a:solidFill>
                  <a:latin typeface="Microsoft YaHei"/>
                  <a:ea typeface="Microsoft YaHei"/>
                </a:rPr>
                <a:t>在这里填写内容详情描述在这里填写内容详情描述在这里填写内容详情描述</a:t>
              </a:r>
              <a:endParaRPr lang="en-US" sz="1100"/>
            </a:p>
          </p:txBody>
        </p:sp>
      </p:grpSp>
      <p:grpSp>
        <p:nvGrpSpPr>
          <p:cNvPr id="240" name="Group 13"/>
          <p:cNvGrpSpPr/>
          <p:nvPr/>
        </p:nvGrpSpPr>
        <p:grpSpPr>
          <a:xfrm>
            <a:off x="6758432" y="3718941"/>
            <a:ext cx="3042920" cy="814959"/>
            <a:chOff x="6758432" y="3718941"/>
            <a:chExt cx="3042920" cy="814959"/>
          </a:xfrm>
        </p:grpSpPr>
        <p:sp>
          <p:nvSpPr>
            <p:cNvPr id="241" name="TextBox 240"/>
            <p:cNvSpPr txBox="1"/>
            <p:nvPr/>
          </p:nvSpPr>
          <p:spPr>
            <a:xfrm>
              <a:off x="6758432" y="3718941"/>
              <a:ext cx="1813687" cy="355600"/>
            </a:xfrm>
            <a:prstGeom prst="rect">
              <a:avLst/>
            </a:prstGeom>
          </p:spPr>
          <p:txBody>
            <a:bodyPr lIns="0" tIns="0" rIns="0" bIns="0" rtlCol="0" anchor="t">
              <a:spAutoFit/>
            </a:bodyPr>
            <a:lstStyle/>
            <a:p>
              <a:pPr algn="l" latinLnBrk="1"/>
              <a:r>
                <a:rPr lang="en-US" sz="2000">
                  <a:solidFill>
                    <a:srgbClr val="000000"/>
                  </a:solidFill>
                  <a:latin typeface="Microsoft YaHei"/>
                  <a:ea typeface="Microsoft YaHei"/>
                </a:rPr>
                <a:t>在这里添加标题</a:t>
              </a:r>
              <a:endParaRPr lang="en-US" sz="1100"/>
            </a:p>
          </p:txBody>
        </p:sp>
        <p:sp>
          <p:nvSpPr>
            <p:cNvPr id="242" name="TextBox 241"/>
            <p:cNvSpPr txBox="1"/>
            <p:nvPr/>
          </p:nvSpPr>
          <p:spPr>
            <a:xfrm>
              <a:off x="6766306" y="4108450"/>
              <a:ext cx="3035046" cy="425450"/>
            </a:xfrm>
            <a:prstGeom prst="rect">
              <a:avLst/>
            </a:prstGeom>
          </p:spPr>
          <p:txBody>
            <a:bodyPr lIns="0" tIns="0" rIns="0" bIns="0" rtlCol="0" anchor="t">
              <a:spAutoFit/>
            </a:bodyPr>
            <a:lstStyle/>
            <a:p>
              <a:pPr algn="l" latinLnBrk="1"/>
              <a:r>
                <a:rPr lang="en-US" sz="1200">
                  <a:solidFill>
                    <a:srgbClr val="000000"/>
                  </a:solidFill>
                  <a:latin typeface="Microsoft YaHei"/>
                  <a:ea typeface="Microsoft YaHei"/>
                </a:rPr>
                <a:t>在这里填写内容详情描述在这里填写内容详情描述在这里填写内容详情描述</a:t>
              </a:r>
              <a:endParaRPr lang="en-US" sz="1100"/>
            </a:p>
          </p:txBody>
        </p:sp>
      </p:grpSp>
      <p:grpSp>
        <p:nvGrpSpPr>
          <p:cNvPr id="243" name="Group 14"/>
          <p:cNvGrpSpPr/>
          <p:nvPr/>
        </p:nvGrpSpPr>
        <p:grpSpPr>
          <a:xfrm>
            <a:off x="1422400" y="2032000"/>
            <a:ext cx="3005836" cy="819150"/>
            <a:chOff x="1422400" y="2032000"/>
            <a:chExt cx="3005836" cy="819150"/>
          </a:xfrm>
        </p:grpSpPr>
        <p:sp>
          <p:nvSpPr>
            <p:cNvPr id="244" name="TextBox 243"/>
            <p:cNvSpPr txBox="1"/>
            <p:nvPr/>
          </p:nvSpPr>
          <p:spPr>
            <a:xfrm>
              <a:off x="2374900" y="2032000"/>
              <a:ext cx="2035746" cy="355600"/>
            </a:xfrm>
            <a:prstGeom prst="rect">
              <a:avLst/>
            </a:prstGeom>
          </p:spPr>
          <p:txBody>
            <a:bodyPr lIns="0" tIns="0" rIns="0" bIns="0" rtlCol="0" anchor="t">
              <a:spAutoFit/>
            </a:bodyPr>
            <a:lstStyle/>
            <a:p>
              <a:pPr algn="r" latinLnBrk="1"/>
              <a:r>
                <a:rPr lang="en-US" sz="2000">
                  <a:solidFill>
                    <a:srgbClr val="000000"/>
                  </a:solidFill>
                  <a:latin typeface="Microsoft YaHei"/>
                  <a:ea typeface="Microsoft YaHei"/>
                </a:rPr>
                <a:t>在这里添加标题</a:t>
              </a:r>
              <a:endParaRPr lang="en-US" sz="1100"/>
            </a:p>
          </p:txBody>
        </p:sp>
        <p:sp>
          <p:nvSpPr>
            <p:cNvPr id="245" name="TextBox 244"/>
            <p:cNvSpPr txBox="1"/>
            <p:nvPr/>
          </p:nvSpPr>
          <p:spPr>
            <a:xfrm>
              <a:off x="1422400" y="2425700"/>
              <a:ext cx="3005836" cy="425450"/>
            </a:xfrm>
            <a:prstGeom prst="rect">
              <a:avLst/>
            </a:prstGeom>
          </p:spPr>
          <p:txBody>
            <a:bodyPr lIns="0" tIns="0" rIns="0" bIns="0" rtlCol="0" anchor="t">
              <a:spAutoFit/>
            </a:bodyPr>
            <a:lstStyle/>
            <a:p>
              <a:pPr algn="r" latinLnBrk="1"/>
              <a:r>
                <a:rPr lang="en-US" sz="1200">
                  <a:solidFill>
                    <a:srgbClr val="000000"/>
                  </a:solidFill>
                  <a:latin typeface="Microsoft YaHei"/>
                  <a:ea typeface="Microsoft YaHei"/>
                </a:rPr>
                <a:t>在这里填写内容详情描述在这里填写内容详情描述在这里填写内容详情描述</a:t>
              </a:r>
              <a:endParaRPr lang="en-US" sz="110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fade">
                                      <p:cBhvr>
                                        <p:cTn id="7" dur="1000"/>
                                        <p:tgtEl>
                                          <p:spTgt spid="2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5"/>
                                        </p:tgtEl>
                                        <p:attrNameLst>
                                          <p:attrName>style.visibility</p:attrName>
                                        </p:attrNameLst>
                                      </p:cBhvr>
                                      <p:to>
                                        <p:strVal val="visible"/>
                                      </p:to>
                                    </p:set>
                                    <p:animEffect transition="in" filter="fade">
                                      <p:cBhvr>
                                        <p:cTn id="10" dur="1000"/>
                                        <p:tgtEl>
                                          <p:spTgt spid="2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6"/>
                                        </p:tgtEl>
                                        <p:attrNameLst>
                                          <p:attrName>style.visibility</p:attrName>
                                        </p:attrNameLst>
                                      </p:cBhvr>
                                      <p:to>
                                        <p:strVal val="visible"/>
                                      </p:to>
                                    </p:set>
                                    <p:animEffect transition="in" filter="fade">
                                      <p:cBhvr>
                                        <p:cTn id="13" dur="1000"/>
                                        <p:tgtEl>
                                          <p:spTgt spid="22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7"/>
                                        </p:tgtEl>
                                        <p:attrNameLst>
                                          <p:attrName>style.visibility</p:attrName>
                                        </p:attrNameLst>
                                      </p:cBhvr>
                                      <p:to>
                                        <p:strVal val="visible"/>
                                      </p:to>
                                    </p:set>
                                    <p:animEffect transition="in" filter="fade">
                                      <p:cBhvr>
                                        <p:cTn id="16" dur="1000"/>
                                        <p:tgtEl>
                                          <p:spTgt spid="2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8"/>
                                        </p:tgtEl>
                                        <p:attrNameLst>
                                          <p:attrName>style.visibility</p:attrName>
                                        </p:attrNameLst>
                                      </p:cBhvr>
                                      <p:to>
                                        <p:strVal val="visible"/>
                                      </p:to>
                                    </p:set>
                                    <p:animEffect transition="in" filter="fade">
                                      <p:cBhvr>
                                        <p:cTn id="19" dur="1000"/>
                                        <p:tgtEl>
                                          <p:spTgt spid="22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9"/>
                                        </p:tgtEl>
                                        <p:attrNameLst>
                                          <p:attrName>style.visibility</p:attrName>
                                        </p:attrNameLst>
                                      </p:cBhvr>
                                      <p:to>
                                        <p:strVal val="visible"/>
                                      </p:to>
                                    </p:set>
                                    <p:animEffect transition="in" filter="fade">
                                      <p:cBhvr>
                                        <p:cTn id="22" dur="1000"/>
                                        <p:tgtEl>
                                          <p:spTgt spid="22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30"/>
                                        </p:tgtEl>
                                        <p:attrNameLst>
                                          <p:attrName>style.visibility</p:attrName>
                                        </p:attrNameLst>
                                      </p:cBhvr>
                                      <p:to>
                                        <p:strVal val="visible"/>
                                      </p:to>
                                    </p:set>
                                    <p:animEffect transition="in" filter="fade">
                                      <p:cBhvr>
                                        <p:cTn id="25" dur="1000"/>
                                        <p:tgtEl>
                                          <p:spTgt spid="23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31"/>
                                        </p:tgtEl>
                                        <p:attrNameLst>
                                          <p:attrName>style.visibility</p:attrName>
                                        </p:attrNameLst>
                                      </p:cBhvr>
                                      <p:to>
                                        <p:strVal val="visible"/>
                                      </p:to>
                                    </p:set>
                                    <p:animEffect transition="in" filter="fade">
                                      <p:cBhvr>
                                        <p:cTn id="28" dur="1000"/>
                                        <p:tgtEl>
                                          <p:spTgt spid="2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2"/>
                                        </p:tgtEl>
                                        <p:attrNameLst>
                                          <p:attrName>style.visibility</p:attrName>
                                        </p:attrNameLst>
                                      </p:cBhvr>
                                      <p:to>
                                        <p:strVal val="visible"/>
                                      </p:to>
                                    </p:set>
                                    <p:animEffect transition="in" filter="fade">
                                      <p:cBhvr>
                                        <p:cTn id="31" dur="1000"/>
                                        <p:tgtEl>
                                          <p:spTgt spid="23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3"/>
                                        </p:tgtEl>
                                        <p:attrNameLst>
                                          <p:attrName>style.visibility</p:attrName>
                                        </p:attrNameLst>
                                      </p:cBhvr>
                                      <p:to>
                                        <p:strVal val="visible"/>
                                      </p:to>
                                    </p:set>
                                    <p:animEffect transition="in" filter="fade">
                                      <p:cBhvr>
                                        <p:cTn id="34" dur="1000"/>
                                        <p:tgtEl>
                                          <p:spTgt spid="23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34"/>
                                        </p:tgtEl>
                                        <p:attrNameLst>
                                          <p:attrName>style.visibility</p:attrName>
                                        </p:attrNameLst>
                                      </p:cBhvr>
                                      <p:to>
                                        <p:strVal val="visible"/>
                                      </p:to>
                                    </p:set>
                                    <p:animEffect transition="in" filter="fade">
                                      <p:cBhvr>
                                        <p:cTn id="37" dur="1000"/>
                                        <p:tgtEl>
                                          <p:spTgt spid="2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7"/>
                                        </p:tgtEl>
                                        <p:attrNameLst>
                                          <p:attrName>style.visibility</p:attrName>
                                        </p:attrNameLst>
                                      </p:cBhvr>
                                      <p:to>
                                        <p:strVal val="visible"/>
                                      </p:to>
                                    </p:set>
                                    <p:animEffect transition="in" filter="fade">
                                      <p:cBhvr>
                                        <p:cTn id="40" dur="1000"/>
                                        <p:tgtEl>
                                          <p:spTgt spid="23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0"/>
                                        </p:tgtEl>
                                        <p:attrNameLst>
                                          <p:attrName>style.visibility</p:attrName>
                                        </p:attrNameLst>
                                      </p:cBhvr>
                                      <p:to>
                                        <p:strVal val="visible"/>
                                      </p:to>
                                    </p:set>
                                    <p:animEffect transition="in" filter="fade">
                                      <p:cBhvr>
                                        <p:cTn id="43" dur="1000"/>
                                        <p:tgtEl>
                                          <p:spTgt spid="24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3"/>
                                        </p:tgtEl>
                                        <p:attrNameLst>
                                          <p:attrName>style.visibility</p:attrName>
                                        </p:attrNameLst>
                                      </p:cBhvr>
                                      <p:to>
                                        <p:strVal val="visible"/>
                                      </p:to>
                                    </p:set>
                                    <p:animEffect transition="in" filter="fade">
                                      <p:cBhvr>
                                        <p:cTn id="46" dur="100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 grpId="0" animBg="1"/>
      <p:bldP spid="225" grpId="0" animBg="1"/>
      <p:bldP spid="226" grpId="0" animBg="1"/>
      <p:bldP spid="227" grpId="0" animBg="1"/>
      <p:bldP spid="228" grpId="0" animBg="1"/>
      <p:bldP spid="229" grpId="0" animBg="1"/>
      <p:bldP spid="230" grpId="0" animBg="1"/>
      <p:bldP spid="231" grpId="0" animBg="1"/>
      <p:bldP spid="232" grpId="0" animBg="1"/>
      <p:bldP spid="233" grpId="0" animBg="1"/>
      <p:bldP spid="234" grpId="0" animBg="1"/>
      <p:bldP spid="237" grpId="0" animBg="1"/>
      <p:bldP spid="240" grpId="0" animBg="1"/>
      <p:bldP spid="24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6" name="Picture 1"/>
          <p:cNvPicPr>
            <a:picLocks noChangeAspect="1"/>
          </p:cNvPicPr>
          <p:nvPr/>
        </p:nvPicPr>
        <p:blipFill>
          <a:blip r:embed="rId2"/>
          <a:stretch>
            <a:fillRect/>
          </a:stretch>
        </p:blipFill>
        <p:spPr>
          <a:xfrm>
            <a:off x="4041902" y="486156"/>
            <a:ext cx="3472786" cy="820414"/>
          </a:xfrm>
          <a:prstGeom prst="rect">
            <a:avLst/>
          </a:prstGeom>
        </p:spPr>
      </p:pic>
      <p:sp>
        <p:nvSpPr>
          <p:cNvPr id="247" name="TextBox 2"/>
          <p:cNvSpPr txBox="1"/>
          <p:nvPr/>
        </p:nvSpPr>
        <p:spPr>
          <a:xfrm>
            <a:off x="4266438" y="776224"/>
            <a:ext cx="2809050" cy="406400"/>
          </a:xfrm>
          <a:prstGeom prst="rect">
            <a:avLst/>
          </a:prstGeom>
        </p:spPr>
        <p:txBody>
          <a:bodyPr lIns="0" tIns="0" rIns="0" bIns="0" rtlCol="0" anchor="t">
            <a:spAutoFit/>
          </a:bodyPr>
          <a:lstStyle/>
          <a:p>
            <a:pPr algn="ctr" latinLnBrk="1"/>
            <a:r>
              <a:rPr lang="en-US" sz="2300">
                <a:solidFill>
                  <a:srgbClr val="000000"/>
                </a:solidFill>
                <a:latin typeface="Microsoft YaHei"/>
                <a:ea typeface="Microsoft YaHei"/>
              </a:rPr>
              <a:t>在这里填写标题</a:t>
            </a:r>
            <a:endParaRPr lang="en-US" sz="1100"/>
          </a:p>
        </p:txBody>
      </p:sp>
      <p:pic>
        <p:nvPicPr>
          <p:cNvPr id="248" name="Picture 3"/>
          <p:cNvPicPr>
            <a:picLocks noChangeAspect="1"/>
          </p:cNvPicPr>
          <p:nvPr/>
        </p:nvPicPr>
        <p:blipFill>
          <a:blip r:embed="rId3"/>
          <a:stretch>
            <a:fillRect/>
          </a:stretch>
        </p:blipFill>
        <p:spPr>
          <a:xfrm>
            <a:off x="1681353" y="2268474"/>
            <a:ext cx="3087274" cy="2680157"/>
          </a:xfrm>
          <a:prstGeom prst="rect">
            <a:avLst/>
          </a:prstGeom>
        </p:spPr>
      </p:pic>
      <p:pic>
        <p:nvPicPr>
          <p:cNvPr id="249" name="Picture 4"/>
          <p:cNvPicPr>
            <a:picLocks noChangeAspect="1"/>
          </p:cNvPicPr>
          <p:nvPr/>
        </p:nvPicPr>
        <p:blipFill>
          <a:blip r:embed="rId4"/>
          <a:stretch>
            <a:fillRect/>
          </a:stretch>
        </p:blipFill>
        <p:spPr>
          <a:xfrm>
            <a:off x="1927987" y="2450719"/>
            <a:ext cx="2584991" cy="1982772"/>
          </a:xfrm>
          <a:prstGeom prst="rect">
            <a:avLst/>
          </a:prstGeom>
        </p:spPr>
      </p:pic>
      <p:grpSp>
        <p:nvGrpSpPr>
          <p:cNvPr id="250" name="Group 5"/>
          <p:cNvGrpSpPr/>
          <p:nvPr/>
        </p:nvGrpSpPr>
        <p:grpSpPr>
          <a:xfrm>
            <a:off x="5968238" y="2229358"/>
            <a:ext cx="3684778" cy="1149985"/>
            <a:chOff x="5968238" y="2229358"/>
            <a:chExt cx="3684778" cy="1149985"/>
          </a:xfrm>
        </p:grpSpPr>
        <p:sp>
          <p:nvSpPr>
            <p:cNvPr id="251" name="TextBox 250"/>
            <p:cNvSpPr txBox="1"/>
            <p:nvPr/>
          </p:nvSpPr>
          <p:spPr>
            <a:xfrm>
              <a:off x="6565138" y="2271141"/>
              <a:ext cx="1980629" cy="355600"/>
            </a:xfrm>
            <a:prstGeom prst="rect">
              <a:avLst/>
            </a:prstGeom>
          </p:spPr>
          <p:txBody>
            <a:bodyPr lIns="0" tIns="0" rIns="0" bIns="0" rtlCol="0" anchor="t">
              <a:spAutoFit/>
            </a:bodyPr>
            <a:lstStyle/>
            <a:p>
              <a:pPr algn="l" latinLnBrk="1"/>
              <a:r>
                <a:rPr lang="en-US" sz="2000">
                  <a:solidFill>
                    <a:srgbClr val="000000"/>
                  </a:solidFill>
                  <a:latin typeface="Microsoft YaHei"/>
                  <a:ea typeface="Microsoft YaHei"/>
                </a:rPr>
                <a:t>在这里添加标题</a:t>
              </a:r>
              <a:endParaRPr lang="en-US" sz="1100"/>
            </a:p>
          </p:txBody>
        </p:sp>
        <p:sp>
          <p:nvSpPr>
            <p:cNvPr id="252" name="TextBox 251"/>
            <p:cNvSpPr txBox="1"/>
            <p:nvPr/>
          </p:nvSpPr>
          <p:spPr>
            <a:xfrm>
              <a:off x="5984240" y="2737993"/>
              <a:ext cx="3668776" cy="641350"/>
            </a:xfrm>
            <a:prstGeom prst="rect">
              <a:avLst/>
            </a:prstGeom>
          </p:spPr>
          <p:txBody>
            <a:bodyPr lIns="0" tIns="0" rIns="0" bIns="0" rtlCol="0" anchor="t">
              <a:spAutoFit/>
            </a:bodyPr>
            <a:lstStyle/>
            <a:p>
              <a:pPr algn="l" latinLnBrk="1"/>
              <a:r>
                <a:rPr lang="en-US" sz="1200">
                  <a:solidFill>
                    <a:srgbClr val="000000"/>
                  </a:solidFill>
                  <a:latin typeface="Microsoft YaHei"/>
                  <a:ea typeface="Microsoft YaHei"/>
                </a:rPr>
                <a:t>在这里填写内容详情描述在这里填写内容详情描述在这里填写内容详情描述在这里填写内容详情描述在这里填写内容详情描述在这里填写内容详情描述</a:t>
              </a:r>
              <a:endParaRPr lang="en-US" sz="1100"/>
            </a:p>
          </p:txBody>
        </p:sp>
        <p:pic>
          <p:nvPicPr>
            <p:cNvPr id="253" name="Picture 252"/>
            <p:cNvPicPr>
              <a:picLocks noChangeAspect="1"/>
            </p:cNvPicPr>
            <p:nvPr/>
          </p:nvPicPr>
          <p:blipFill>
            <a:blip r:embed="rId5"/>
            <a:stretch>
              <a:fillRect/>
            </a:stretch>
          </p:blipFill>
          <p:spPr>
            <a:xfrm>
              <a:off x="5968238" y="2229358"/>
              <a:ext cx="413376" cy="413376"/>
            </a:xfrm>
            <a:prstGeom prst="rect">
              <a:avLst/>
            </a:prstGeom>
          </p:spPr>
        </p:pic>
      </p:grpSp>
      <p:grpSp>
        <p:nvGrpSpPr>
          <p:cNvPr id="254" name="Group 6"/>
          <p:cNvGrpSpPr/>
          <p:nvPr/>
        </p:nvGrpSpPr>
        <p:grpSpPr>
          <a:xfrm>
            <a:off x="5967730" y="3735070"/>
            <a:ext cx="3767455" cy="1148715"/>
            <a:chOff x="5967730" y="3735070"/>
            <a:chExt cx="3767455" cy="1148715"/>
          </a:xfrm>
        </p:grpSpPr>
        <p:sp>
          <p:nvSpPr>
            <p:cNvPr id="255" name="TextBox 254"/>
            <p:cNvSpPr txBox="1"/>
            <p:nvPr/>
          </p:nvSpPr>
          <p:spPr>
            <a:xfrm>
              <a:off x="6564757" y="3778504"/>
              <a:ext cx="2041779" cy="355600"/>
            </a:xfrm>
            <a:prstGeom prst="rect">
              <a:avLst/>
            </a:prstGeom>
          </p:spPr>
          <p:txBody>
            <a:bodyPr lIns="0" tIns="0" rIns="0" bIns="0" rtlCol="0" anchor="t">
              <a:spAutoFit/>
            </a:bodyPr>
            <a:lstStyle/>
            <a:p>
              <a:pPr algn="l" latinLnBrk="1"/>
              <a:r>
                <a:rPr lang="en-US" sz="2000">
                  <a:solidFill>
                    <a:srgbClr val="000000"/>
                  </a:solidFill>
                  <a:latin typeface="Microsoft YaHei"/>
                  <a:ea typeface="Microsoft YaHei"/>
                </a:rPr>
                <a:t>在这里添加标题</a:t>
              </a:r>
              <a:endParaRPr lang="en-US" sz="1100"/>
            </a:p>
          </p:txBody>
        </p:sp>
        <p:sp>
          <p:nvSpPr>
            <p:cNvPr id="256" name="TextBox 255"/>
            <p:cNvSpPr txBox="1"/>
            <p:nvPr/>
          </p:nvSpPr>
          <p:spPr>
            <a:xfrm>
              <a:off x="5977382" y="4242435"/>
              <a:ext cx="3757803" cy="641350"/>
            </a:xfrm>
            <a:prstGeom prst="rect">
              <a:avLst/>
            </a:prstGeom>
          </p:spPr>
          <p:txBody>
            <a:bodyPr lIns="0" tIns="0" rIns="0" bIns="0" rtlCol="0" anchor="t">
              <a:spAutoFit/>
            </a:bodyPr>
            <a:lstStyle/>
            <a:p>
              <a:pPr algn="l" latinLnBrk="1"/>
              <a:r>
                <a:rPr lang="en-US" sz="1200">
                  <a:solidFill>
                    <a:srgbClr val="000000"/>
                  </a:solidFill>
                  <a:latin typeface="Microsoft YaHei"/>
                  <a:ea typeface="Microsoft YaHei"/>
                </a:rPr>
                <a:t>在这里填写内容详情描述在这里填写内容详情描述在这里填写内容详情描述在这里填写内容详情描述在这里填写内容详情描述在这里填写内容详情描述</a:t>
              </a:r>
              <a:endParaRPr lang="en-US" sz="1100"/>
            </a:p>
          </p:txBody>
        </p:sp>
        <p:pic>
          <p:nvPicPr>
            <p:cNvPr id="257" name="Picture 256"/>
            <p:cNvPicPr>
              <a:picLocks noChangeAspect="1"/>
            </p:cNvPicPr>
            <p:nvPr/>
          </p:nvPicPr>
          <p:blipFill>
            <a:blip r:embed="rId5"/>
            <a:stretch>
              <a:fillRect/>
            </a:stretch>
          </p:blipFill>
          <p:spPr>
            <a:xfrm>
              <a:off x="5967730" y="3735070"/>
              <a:ext cx="413376" cy="413376"/>
            </a:xfrm>
            <a:prstGeom prst="rect">
              <a:avLst/>
            </a:prstGeom>
          </p:spPr>
        </p:pic>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46"/>
                                        </p:tgtEl>
                                        <p:attrNameLst>
                                          <p:attrName>style.visibility</p:attrName>
                                        </p:attrNameLst>
                                      </p:cBhvr>
                                      <p:to>
                                        <p:strVal val="visible"/>
                                      </p:to>
                                    </p:set>
                                    <p:animEffect transition="in" filter="fade">
                                      <p:cBhvr>
                                        <p:cTn id="7" dur="1000"/>
                                        <p:tgtEl>
                                          <p:spTgt spid="24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7"/>
                                        </p:tgtEl>
                                        <p:attrNameLst>
                                          <p:attrName>style.visibility</p:attrName>
                                        </p:attrNameLst>
                                      </p:cBhvr>
                                      <p:to>
                                        <p:strVal val="visible"/>
                                      </p:to>
                                    </p:set>
                                    <p:animEffect transition="in" filter="fade">
                                      <p:cBhvr>
                                        <p:cTn id="10" dur="1000"/>
                                        <p:tgtEl>
                                          <p:spTgt spid="24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8"/>
                                        </p:tgtEl>
                                        <p:attrNameLst>
                                          <p:attrName>style.visibility</p:attrName>
                                        </p:attrNameLst>
                                      </p:cBhvr>
                                      <p:to>
                                        <p:strVal val="visible"/>
                                      </p:to>
                                    </p:set>
                                    <p:animEffect transition="in" filter="fade">
                                      <p:cBhvr>
                                        <p:cTn id="13" dur="1000"/>
                                        <p:tgtEl>
                                          <p:spTgt spid="24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9"/>
                                        </p:tgtEl>
                                        <p:attrNameLst>
                                          <p:attrName>style.visibility</p:attrName>
                                        </p:attrNameLst>
                                      </p:cBhvr>
                                      <p:to>
                                        <p:strVal val="visible"/>
                                      </p:to>
                                    </p:set>
                                    <p:animEffect transition="in" filter="fade">
                                      <p:cBhvr>
                                        <p:cTn id="16" dur="1000"/>
                                        <p:tgtEl>
                                          <p:spTgt spid="24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50"/>
                                        </p:tgtEl>
                                        <p:attrNameLst>
                                          <p:attrName>style.visibility</p:attrName>
                                        </p:attrNameLst>
                                      </p:cBhvr>
                                      <p:to>
                                        <p:strVal val="visible"/>
                                      </p:to>
                                    </p:set>
                                    <p:animEffect transition="in" filter="fade">
                                      <p:cBhvr>
                                        <p:cTn id="19" dur="1000"/>
                                        <p:tgtEl>
                                          <p:spTgt spid="25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54"/>
                                        </p:tgtEl>
                                        <p:attrNameLst>
                                          <p:attrName>style.visibility</p:attrName>
                                        </p:attrNameLst>
                                      </p:cBhvr>
                                      <p:to>
                                        <p:strVal val="visible"/>
                                      </p:to>
                                    </p:set>
                                    <p:animEffect transition="in" filter="fade">
                                      <p:cBhvr>
                                        <p:cTn id="22" dur="1000"/>
                                        <p:tgtEl>
                                          <p:spTgt spid="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 grpId="0" animBg="1"/>
      <p:bldP spid="247" grpId="0" animBg="1"/>
      <p:bldP spid="248" grpId="0" animBg="1"/>
      <p:bldP spid="249" grpId="0" animBg="1"/>
      <p:bldP spid="250" grpId="0" animBg="1"/>
      <p:bldP spid="25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8" name="Picture 1"/>
          <p:cNvPicPr>
            <a:picLocks noChangeAspect="1"/>
          </p:cNvPicPr>
          <p:nvPr/>
        </p:nvPicPr>
        <p:blipFill>
          <a:blip r:embed="rId2"/>
          <a:stretch>
            <a:fillRect/>
          </a:stretch>
        </p:blipFill>
        <p:spPr>
          <a:xfrm>
            <a:off x="4953635" y="1779016"/>
            <a:ext cx="1655393" cy="2770250"/>
          </a:xfrm>
          <a:prstGeom prst="rect">
            <a:avLst/>
          </a:prstGeom>
        </p:spPr>
      </p:pic>
      <p:pic>
        <p:nvPicPr>
          <p:cNvPr id="259" name="Picture 2"/>
          <p:cNvPicPr>
            <a:picLocks noChangeAspect="1"/>
          </p:cNvPicPr>
          <p:nvPr/>
        </p:nvPicPr>
        <p:blipFill>
          <a:blip r:embed="rId3"/>
          <a:stretch>
            <a:fillRect/>
          </a:stretch>
        </p:blipFill>
        <p:spPr>
          <a:xfrm>
            <a:off x="4041902" y="486156"/>
            <a:ext cx="3472786" cy="820414"/>
          </a:xfrm>
          <a:prstGeom prst="rect">
            <a:avLst/>
          </a:prstGeom>
        </p:spPr>
      </p:pic>
      <p:sp>
        <p:nvSpPr>
          <p:cNvPr id="260" name="TextBox 3"/>
          <p:cNvSpPr txBox="1"/>
          <p:nvPr/>
        </p:nvSpPr>
        <p:spPr>
          <a:xfrm>
            <a:off x="4266438" y="776224"/>
            <a:ext cx="2846388" cy="406400"/>
          </a:xfrm>
          <a:prstGeom prst="rect">
            <a:avLst/>
          </a:prstGeom>
        </p:spPr>
        <p:txBody>
          <a:bodyPr lIns="0" tIns="0" rIns="0" bIns="0" rtlCol="0" anchor="t">
            <a:spAutoFit/>
          </a:bodyPr>
          <a:lstStyle/>
          <a:p>
            <a:pPr algn="ctr" latinLnBrk="1"/>
            <a:r>
              <a:rPr lang="en-US" sz="2300">
                <a:solidFill>
                  <a:srgbClr val="000000"/>
                </a:solidFill>
                <a:latin typeface="Microsoft YaHei"/>
                <a:ea typeface="Microsoft YaHei"/>
              </a:rPr>
              <a:t>在这里填写标题</a:t>
            </a:r>
            <a:endParaRPr lang="en-US" sz="1100"/>
          </a:p>
        </p:txBody>
      </p:sp>
      <p:pic>
        <p:nvPicPr>
          <p:cNvPr id="261" name="Picture 4"/>
          <p:cNvPicPr>
            <a:picLocks noChangeAspect="1"/>
          </p:cNvPicPr>
          <p:nvPr/>
        </p:nvPicPr>
        <p:blipFill>
          <a:blip r:embed="rId4"/>
          <a:stretch>
            <a:fillRect/>
          </a:stretch>
        </p:blipFill>
        <p:spPr>
          <a:xfrm>
            <a:off x="2204212" y="1771650"/>
            <a:ext cx="1521779" cy="2766872"/>
          </a:xfrm>
          <a:prstGeom prst="rect">
            <a:avLst/>
          </a:prstGeom>
        </p:spPr>
      </p:pic>
      <p:pic>
        <p:nvPicPr>
          <p:cNvPr id="262" name="Picture 5"/>
          <p:cNvPicPr>
            <a:picLocks noChangeAspect="1"/>
          </p:cNvPicPr>
          <p:nvPr/>
        </p:nvPicPr>
        <p:blipFill>
          <a:blip r:embed="rId5"/>
          <a:stretch>
            <a:fillRect/>
          </a:stretch>
        </p:blipFill>
        <p:spPr>
          <a:xfrm>
            <a:off x="3989578" y="3165602"/>
            <a:ext cx="745654" cy="686658"/>
          </a:xfrm>
          <a:prstGeom prst="rect">
            <a:avLst/>
          </a:prstGeom>
        </p:spPr>
      </p:pic>
      <p:pic>
        <p:nvPicPr>
          <p:cNvPr id="263" name="Picture 6"/>
          <p:cNvPicPr>
            <a:picLocks noChangeAspect="1"/>
          </p:cNvPicPr>
          <p:nvPr/>
        </p:nvPicPr>
        <p:blipFill>
          <a:blip r:embed="rId6"/>
          <a:stretch>
            <a:fillRect/>
          </a:stretch>
        </p:blipFill>
        <p:spPr>
          <a:xfrm>
            <a:off x="7813167" y="1777238"/>
            <a:ext cx="1533773" cy="2770250"/>
          </a:xfrm>
          <a:prstGeom prst="rect">
            <a:avLst/>
          </a:prstGeom>
        </p:spPr>
      </p:pic>
      <p:pic>
        <p:nvPicPr>
          <p:cNvPr id="264" name="Picture 7"/>
          <p:cNvPicPr>
            <a:picLocks noChangeAspect="1"/>
          </p:cNvPicPr>
          <p:nvPr/>
        </p:nvPicPr>
        <p:blipFill>
          <a:blip r:embed="rId5"/>
          <a:stretch>
            <a:fillRect/>
          </a:stretch>
        </p:blipFill>
        <p:spPr>
          <a:xfrm>
            <a:off x="6914261" y="3163570"/>
            <a:ext cx="745654" cy="686658"/>
          </a:xfrm>
          <a:prstGeom prst="rect">
            <a:avLst/>
          </a:prstGeom>
        </p:spPr>
      </p:pic>
      <p:grpSp>
        <p:nvGrpSpPr>
          <p:cNvPr id="265" name="Group 8"/>
          <p:cNvGrpSpPr/>
          <p:nvPr/>
        </p:nvGrpSpPr>
        <p:grpSpPr>
          <a:xfrm>
            <a:off x="1737868" y="4831334"/>
            <a:ext cx="2216404" cy="1031113"/>
            <a:chOff x="1737868" y="4831334"/>
            <a:chExt cx="2216404" cy="1031113"/>
          </a:xfrm>
        </p:grpSpPr>
        <p:sp>
          <p:nvSpPr>
            <p:cNvPr id="266" name="TextBox 265"/>
            <p:cNvSpPr txBox="1"/>
            <p:nvPr/>
          </p:nvSpPr>
          <p:spPr>
            <a:xfrm>
              <a:off x="1737868" y="4831334"/>
              <a:ext cx="2216404" cy="355600"/>
            </a:xfrm>
            <a:prstGeom prst="rect">
              <a:avLst/>
            </a:prstGeom>
          </p:spPr>
          <p:txBody>
            <a:bodyPr lIns="0" tIns="0" rIns="0" bIns="0" rtlCol="0" anchor="t">
              <a:spAutoFit/>
            </a:bodyPr>
            <a:lstStyle/>
            <a:p>
              <a:pPr algn="ctr" latinLnBrk="1"/>
              <a:r>
                <a:rPr lang="en-US" sz="2000">
                  <a:solidFill>
                    <a:srgbClr val="000000"/>
                  </a:solidFill>
                  <a:latin typeface="Microsoft YaHei"/>
                  <a:ea typeface="Microsoft YaHei"/>
                </a:rPr>
                <a:t>在这里添加标题</a:t>
              </a:r>
              <a:endParaRPr lang="en-US" sz="1100"/>
            </a:p>
          </p:txBody>
        </p:sp>
        <p:sp>
          <p:nvSpPr>
            <p:cNvPr id="267" name="TextBox 266"/>
            <p:cNvSpPr txBox="1"/>
            <p:nvPr/>
          </p:nvSpPr>
          <p:spPr>
            <a:xfrm>
              <a:off x="1745742" y="5221097"/>
              <a:ext cx="2168588" cy="641350"/>
            </a:xfrm>
            <a:prstGeom prst="rect">
              <a:avLst/>
            </a:prstGeom>
          </p:spPr>
          <p:txBody>
            <a:bodyPr lIns="0" tIns="0" rIns="0" bIns="0" rtlCol="0" anchor="t">
              <a:spAutoFit/>
            </a:bodyPr>
            <a:lstStyle/>
            <a:p>
              <a:pPr algn="ctr" latinLnBrk="1"/>
              <a:r>
                <a:rPr lang="en-US" sz="1200">
                  <a:solidFill>
                    <a:srgbClr val="000000"/>
                  </a:solidFill>
                  <a:latin typeface="Microsoft YaHei"/>
                  <a:ea typeface="Microsoft YaHei"/>
                </a:rPr>
                <a:t>在这里填写内容详情描述在这里填写内容详情描述在这里填写内容详情描述</a:t>
              </a:r>
              <a:endParaRPr lang="en-US" sz="1100"/>
            </a:p>
          </p:txBody>
        </p:sp>
      </p:grpSp>
      <p:grpSp>
        <p:nvGrpSpPr>
          <p:cNvPr id="268" name="Group 9"/>
          <p:cNvGrpSpPr/>
          <p:nvPr/>
        </p:nvGrpSpPr>
        <p:grpSpPr>
          <a:xfrm>
            <a:off x="4686300" y="4826000"/>
            <a:ext cx="2216404" cy="1035050"/>
            <a:chOff x="4686300" y="4826000"/>
            <a:chExt cx="2216404" cy="1035050"/>
          </a:xfrm>
        </p:grpSpPr>
        <p:sp>
          <p:nvSpPr>
            <p:cNvPr id="269" name="TextBox 268"/>
            <p:cNvSpPr txBox="1"/>
            <p:nvPr/>
          </p:nvSpPr>
          <p:spPr>
            <a:xfrm>
              <a:off x="4686300" y="4826000"/>
              <a:ext cx="2216404" cy="355600"/>
            </a:xfrm>
            <a:prstGeom prst="rect">
              <a:avLst/>
            </a:prstGeom>
          </p:spPr>
          <p:txBody>
            <a:bodyPr lIns="0" tIns="0" rIns="0" bIns="0" rtlCol="0" anchor="t">
              <a:spAutoFit/>
            </a:bodyPr>
            <a:lstStyle/>
            <a:p>
              <a:pPr algn="ctr" latinLnBrk="1"/>
              <a:r>
                <a:rPr lang="en-US" sz="2000">
                  <a:solidFill>
                    <a:srgbClr val="000000"/>
                  </a:solidFill>
                  <a:latin typeface="Microsoft YaHei"/>
                  <a:ea typeface="Microsoft YaHei"/>
                </a:rPr>
                <a:t>在这里添加标题</a:t>
              </a:r>
              <a:endParaRPr lang="en-US" sz="1100"/>
            </a:p>
          </p:txBody>
        </p:sp>
        <p:sp>
          <p:nvSpPr>
            <p:cNvPr id="270" name="TextBox 269"/>
            <p:cNvSpPr txBox="1"/>
            <p:nvPr/>
          </p:nvSpPr>
          <p:spPr>
            <a:xfrm>
              <a:off x="4699000" y="5219700"/>
              <a:ext cx="2168588" cy="641350"/>
            </a:xfrm>
            <a:prstGeom prst="rect">
              <a:avLst/>
            </a:prstGeom>
          </p:spPr>
          <p:txBody>
            <a:bodyPr lIns="0" tIns="0" rIns="0" bIns="0" rtlCol="0" anchor="t">
              <a:spAutoFit/>
            </a:bodyPr>
            <a:lstStyle/>
            <a:p>
              <a:pPr algn="ctr" latinLnBrk="1"/>
              <a:r>
                <a:rPr lang="en-US" sz="1200">
                  <a:solidFill>
                    <a:srgbClr val="000000"/>
                  </a:solidFill>
                  <a:latin typeface="Microsoft YaHei"/>
                  <a:ea typeface="Microsoft YaHei"/>
                </a:rPr>
                <a:t>在这里填写内容详情描述在这里填写内容详情描述在这里填写内容详情描述</a:t>
              </a:r>
              <a:endParaRPr lang="en-US" sz="1100"/>
            </a:p>
          </p:txBody>
        </p:sp>
      </p:grpSp>
      <p:grpSp>
        <p:nvGrpSpPr>
          <p:cNvPr id="271" name="Group 10"/>
          <p:cNvGrpSpPr/>
          <p:nvPr/>
        </p:nvGrpSpPr>
        <p:grpSpPr>
          <a:xfrm>
            <a:off x="7505700" y="4826000"/>
            <a:ext cx="2216404" cy="1035050"/>
            <a:chOff x="7505700" y="4826000"/>
            <a:chExt cx="2216404" cy="1035050"/>
          </a:xfrm>
        </p:grpSpPr>
        <p:sp>
          <p:nvSpPr>
            <p:cNvPr id="272" name="TextBox 271"/>
            <p:cNvSpPr txBox="1"/>
            <p:nvPr/>
          </p:nvSpPr>
          <p:spPr>
            <a:xfrm>
              <a:off x="7505700" y="4826000"/>
              <a:ext cx="2216404" cy="355600"/>
            </a:xfrm>
            <a:prstGeom prst="rect">
              <a:avLst/>
            </a:prstGeom>
          </p:spPr>
          <p:txBody>
            <a:bodyPr lIns="0" tIns="0" rIns="0" bIns="0" rtlCol="0" anchor="t">
              <a:spAutoFit/>
            </a:bodyPr>
            <a:lstStyle/>
            <a:p>
              <a:pPr algn="ctr" latinLnBrk="1"/>
              <a:r>
                <a:rPr lang="en-US" sz="2000">
                  <a:solidFill>
                    <a:srgbClr val="000000"/>
                  </a:solidFill>
                  <a:latin typeface="Microsoft YaHei"/>
                  <a:ea typeface="Microsoft YaHei"/>
                </a:rPr>
                <a:t>在这里添加标题</a:t>
              </a:r>
              <a:endParaRPr lang="en-US" sz="1100"/>
            </a:p>
          </p:txBody>
        </p:sp>
        <p:sp>
          <p:nvSpPr>
            <p:cNvPr id="273" name="TextBox 272"/>
            <p:cNvSpPr txBox="1"/>
            <p:nvPr/>
          </p:nvSpPr>
          <p:spPr>
            <a:xfrm>
              <a:off x="7505700" y="5219700"/>
              <a:ext cx="2168588" cy="641350"/>
            </a:xfrm>
            <a:prstGeom prst="rect">
              <a:avLst/>
            </a:prstGeom>
          </p:spPr>
          <p:txBody>
            <a:bodyPr lIns="0" tIns="0" rIns="0" bIns="0" rtlCol="0" anchor="t">
              <a:spAutoFit/>
            </a:bodyPr>
            <a:lstStyle/>
            <a:p>
              <a:pPr algn="ctr" latinLnBrk="1"/>
              <a:r>
                <a:rPr lang="en-US" sz="1200">
                  <a:solidFill>
                    <a:srgbClr val="000000"/>
                  </a:solidFill>
                  <a:latin typeface="Microsoft YaHei"/>
                  <a:ea typeface="Microsoft YaHei"/>
                </a:rPr>
                <a:t>在这里填写内容详情描述在这里填写内容详情描述在这里填写内容详情描述</a:t>
              </a:r>
              <a:endParaRPr lang="en-US" sz="110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8"/>
                                        </p:tgtEl>
                                        <p:attrNameLst>
                                          <p:attrName>style.visibility</p:attrName>
                                        </p:attrNameLst>
                                      </p:cBhvr>
                                      <p:to>
                                        <p:strVal val="visible"/>
                                      </p:to>
                                    </p:set>
                                    <p:animEffect transition="in" filter="fade">
                                      <p:cBhvr>
                                        <p:cTn id="7" dur="1000"/>
                                        <p:tgtEl>
                                          <p:spTgt spid="25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9"/>
                                        </p:tgtEl>
                                        <p:attrNameLst>
                                          <p:attrName>style.visibility</p:attrName>
                                        </p:attrNameLst>
                                      </p:cBhvr>
                                      <p:to>
                                        <p:strVal val="visible"/>
                                      </p:to>
                                    </p:set>
                                    <p:animEffect transition="in" filter="fade">
                                      <p:cBhvr>
                                        <p:cTn id="10" dur="1000"/>
                                        <p:tgtEl>
                                          <p:spTgt spid="25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0"/>
                                        </p:tgtEl>
                                        <p:attrNameLst>
                                          <p:attrName>style.visibility</p:attrName>
                                        </p:attrNameLst>
                                      </p:cBhvr>
                                      <p:to>
                                        <p:strVal val="visible"/>
                                      </p:to>
                                    </p:set>
                                    <p:animEffect transition="in" filter="fade">
                                      <p:cBhvr>
                                        <p:cTn id="13" dur="1000"/>
                                        <p:tgtEl>
                                          <p:spTgt spid="26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1"/>
                                        </p:tgtEl>
                                        <p:attrNameLst>
                                          <p:attrName>style.visibility</p:attrName>
                                        </p:attrNameLst>
                                      </p:cBhvr>
                                      <p:to>
                                        <p:strVal val="visible"/>
                                      </p:to>
                                    </p:set>
                                    <p:animEffect transition="in" filter="fade">
                                      <p:cBhvr>
                                        <p:cTn id="16" dur="1000"/>
                                        <p:tgtEl>
                                          <p:spTgt spid="26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2"/>
                                        </p:tgtEl>
                                        <p:attrNameLst>
                                          <p:attrName>style.visibility</p:attrName>
                                        </p:attrNameLst>
                                      </p:cBhvr>
                                      <p:to>
                                        <p:strVal val="visible"/>
                                      </p:to>
                                    </p:set>
                                    <p:animEffect transition="in" filter="fade">
                                      <p:cBhvr>
                                        <p:cTn id="19" dur="1000"/>
                                        <p:tgtEl>
                                          <p:spTgt spid="26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63"/>
                                        </p:tgtEl>
                                        <p:attrNameLst>
                                          <p:attrName>style.visibility</p:attrName>
                                        </p:attrNameLst>
                                      </p:cBhvr>
                                      <p:to>
                                        <p:strVal val="visible"/>
                                      </p:to>
                                    </p:set>
                                    <p:animEffect transition="in" filter="fade">
                                      <p:cBhvr>
                                        <p:cTn id="22" dur="1000"/>
                                        <p:tgtEl>
                                          <p:spTgt spid="26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4"/>
                                        </p:tgtEl>
                                        <p:attrNameLst>
                                          <p:attrName>style.visibility</p:attrName>
                                        </p:attrNameLst>
                                      </p:cBhvr>
                                      <p:to>
                                        <p:strVal val="visible"/>
                                      </p:to>
                                    </p:set>
                                    <p:animEffect transition="in" filter="fade">
                                      <p:cBhvr>
                                        <p:cTn id="25" dur="1000"/>
                                        <p:tgtEl>
                                          <p:spTgt spid="26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5"/>
                                        </p:tgtEl>
                                        <p:attrNameLst>
                                          <p:attrName>style.visibility</p:attrName>
                                        </p:attrNameLst>
                                      </p:cBhvr>
                                      <p:to>
                                        <p:strVal val="visible"/>
                                      </p:to>
                                    </p:set>
                                    <p:animEffect transition="in" filter="fade">
                                      <p:cBhvr>
                                        <p:cTn id="28" dur="1000"/>
                                        <p:tgtEl>
                                          <p:spTgt spid="26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8"/>
                                        </p:tgtEl>
                                        <p:attrNameLst>
                                          <p:attrName>style.visibility</p:attrName>
                                        </p:attrNameLst>
                                      </p:cBhvr>
                                      <p:to>
                                        <p:strVal val="visible"/>
                                      </p:to>
                                    </p:set>
                                    <p:animEffect transition="in" filter="fade">
                                      <p:cBhvr>
                                        <p:cTn id="31" dur="1000"/>
                                        <p:tgtEl>
                                          <p:spTgt spid="26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1"/>
                                        </p:tgtEl>
                                        <p:attrNameLst>
                                          <p:attrName>style.visibility</p:attrName>
                                        </p:attrNameLst>
                                      </p:cBhvr>
                                      <p:to>
                                        <p:strVal val="visible"/>
                                      </p:to>
                                    </p:set>
                                    <p:animEffect transition="in" filter="fade">
                                      <p:cBhvr>
                                        <p:cTn id="34" dur="1000"/>
                                        <p:tgtEl>
                                          <p:spTgt spid="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 grpId="0" animBg="1"/>
      <p:bldP spid="259" grpId="0" animBg="1"/>
      <p:bldP spid="260" grpId="0" animBg="1"/>
      <p:bldP spid="261" grpId="0" animBg="1"/>
      <p:bldP spid="262" grpId="0" animBg="1"/>
      <p:bldP spid="263" grpId="0" animBg="1"/>
      <p:bldP spid="264" grpId="0" animBg="1"/>
      <p:bldP spid="265" grpId="0" animBg="1"/>
      <p:bldP spid="268" grpId="0" animBg="1"/>
      <p:bldP spid="27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74" name="Picture 1"/>
          <p:cNvPicPr>
            <a:picLocks noChangeAspect="1"/>
          </p:cNvPicPr>
          <p:nvPr/>
        </p:nvPicPr>
        <p:blipFill>
          <a:blip r:embed="rId2"/>
          <a:stretch>
            <a:fillRect/>
          </a:stretch>
        </p:blipFill>
        <p:spPr>
          <a:xfrm>
            <a:off x="4374769" y="814578"/>
            <a:ext cx="3243915" cy="3704754"/>
          </a:xfrm>
          <a:prstGeom prst="rect">
            <a:avLst/>
          </a:prstGeom>
        </p:spPr>
      </p:pic>
      <p:pic>
        <p:nvPicPr>
          <p:cNvPr id="275" name="Picture 2"/>
          <p:cNvPicPr>
            <a:picLocks noChangeAspect="1"/>
          </p:cNvPicPr>
          <p:nvPr/>
        </p:nvPicPr>
        <p:blipFill>
          <a:blip r:embed="rId3"/>
          <a:stretch>
            <a:fillRect/>
          </a:stretch>
        </p:blipFill>
        <p:spPr>
          <a:xfrm>
            <a:off x="2889250" y="5138674"/>
            <a:ext cx="5778500" cy="434018"/>
          </a:xfrm>
          <a:prstGeom prst="rect">
            <a:avLst/>
          </a:prstGeom>
        </p:spPr>
      </p:pic>
      <p:pic>
        <p:nvPicPr>
          <p:cNvPr id="276" name="Picture 3"/>
          <p:cNvPicPr>
            <a:picLocks noChangeAspect="1"/>
          </p:cNvPicPr>
          <p:nvPr/>
        </p:nvPicPr>
        <p:blipFill>
          <a:blip r:embed="rId4"/>
          <a:stretch>
            <a:fillRect/>
          </a:stretch>
        </p:blipFill>
        <p:spPr>
          <a:xfrm>
            <a:off x="3105277" y="3244850"/>
            <a:ext cx="1351331" cy="1092940"/>
          </a:xfrm>
          <a:prstGeom prst="rect">
            <a:avLst/>
          </a:prstGeom>
        </p:spPr>
      </p:pic>
      <p:grpSp>
        <p:nvGrpSpPr>
          <p:cNvPr id="277" name="Group 4"/>
          <p:cNvGrpSpPr/>
          <p:nvPr/>
        </p:nvGrpSpPr>
        <p:grpSpPr>
          <a:xfrm>
            <a:off x="4546346" y="4896485"/>
            <a:ext cx="3031172" cy="533400"/>
            <a:chOff x="4546346" y="4896485"/>
            <a:chExt cx="3031172" cy="533400"/>
          </a:xfrm>
        </p:grpSpPr>
        <p:sp>
          <p:nvSpPr>
            <p:cNvPr id="278" name="TextBox 277"/>
            <p:cNvSpPr txBox="1"/>
            <p:nvPr/>
          </p:nvSpPr>
          <p:spPr>
            <a:xfrm>
              <a:off x="4546346" y="4896485"/>
              <a:ext cx="3031172" cy="533400"/>
            </a:xfrm>
            <a:prstGeom prst="rect">
              <a:avLst/>
            </a:prstGeom>
          </p:spPr>
          <p:txBody>
            <a:bodyPr lIns="0" tIns="0" rIns="0" bIns="0" rtlCol="0" anchor="t">
              <a:spAutoFit/>
            </a:bodyPr>
            <a:lstStyle/>
            <a:p>
              <a:pPr algn="ctr" latinLnBrk="1"/>
              <a:r>
                <a:rPr lang="en-US" sz="3000">
                  <a:solidFill>
                    <a:srgbClr val="000000"/>
                  </a:solidFill>
                  <a:latin typeface="Microsoft YaHei"/>
                  <a:ea typeface="Microsoft YaHei"/>
                </a:rPr>
                <a:t>论文归纳</a:t>
              </a:r>
              <a:r>
                <a:rPr lang="en-US" sz="3000">
                  <a:solidFill>
                    <a:srgbClr val="9DC3E6"/>
                  </a:solidFill>
                  <a:latin typeface="Microsoft YaHei"/>
                  <a:ea typeface="Microsoft YaHei"/>
                </a:rPr>
                <a:t>总结</a:t>
              </a:r>
              <a:endParaRPr lang="en-US" sz="110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4"/>
                                        </p:tgtEl>
                                        <p:attrNameLst>
                                          <p:attrName>style.visibility</p:attrName>
                                        </p:attrNameLst>
                                      </p:cBhvr>
                                      <p:to>
                                        <p:strVal val="visible"/>
                                      </p:to>
                                    </p:set>
                                    <p:animEffect transition="in" filter="fade">
                                      <p:cBhvr>
                                        <p:cTn id="7" dur="1000"/>
                                        <p:tgtEl>
                                          <p:spTgt spid="27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5"/>
                                        </p:tgtEl>
                                        <p:attrNameLst>
                                          <p:attrName>style.visibility</p:attrName>
                                        </p:attrNameLst>
                                      </p:cBhvr>
                                      <p:to>
                                        <p:strVal val="visible"/>
                                      </p:to>
                                    </p:set>
                                    <p:animEffect transition="in" filter="fade">
                                      <p:cBhvr>
                                        <p:cTn id="10" dur="1000"/>
                                        <p:tgtEl>
                                          <p:spTgt spid="27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6"/>
                                        </p:tgtEl>
                                        <p:attrNameLst>
                                          <p:attrName>style.visibility</p:attrName>
                                        </p:attrNameLst>
                                      </p:cBhvr>
                                      <p:to>
                                        <p:strVal val="visible"/>
                                      </p:to>
                                    </p:set>
                                    <p:animEffect transition="in" filter="fade">
                                      <p:cBhvr>
                                        <p:cTn id="13" dur="1000"/>
                                        <p:tgtEl>
                                          <p:spTgt spid="27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7"/>
                                        </p:tgtEl>
                                        <p:attrNameLst>
                                          <p:attrName>style.visibility</p:attrName>
                                        </p:attrNameLst>
                                      </p:cBhvr>
                                      <p:to>
                                        <p:strVal val="visible"/>
                                      </p:to>
                                    </p:set>
                                    <p:animEffect transition="in" filter="fade">
                                      <p:cBhvr>
                                        <p:cTn id="16" dur="1000"/>
                                        <p:tgtEl>
                                          <p:spTgt spid="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 grpId="0" animBg="1"/>
      <p:bldP spid="275" grpId="0" animBg="1"/>
      <p:bldP spid="276" grpId="0" animBg="1"/>
      <p:bldP spid="27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79" name="Picture 1"/>
          <p:cNvPicPr>
            <a:picLocks noChangeAspect="1"/>
          </p:cNvPicPr>
          <p:nvPr/>
        </p:nvPicPr>
        <p:blipFill>
          <a:blip r:embed="rId2"/>
          <a:stretch>
            <a:fillRect/>
          </a:stretch>
        </p:blipFill>
        <p:spPr>
          <a:xfrm>
            <a:off x="4041902" y="486156"/>
            <a:ext cx="3472786" cy="820414"/>
          </a:xfrm>
          <a:prstGeom prst="rect">
            <a:avLst/>
          </a:prstGeom>
        </p:spPr>
      </p:pic>
      <p:sp>
        <p:nvSpPr>
          <p:cNvPr id="280" name="TextBox 2"/>
          <p:cNvSpPr txBox="1"/>
          <p:nvPr/>
        </p:nvSpPr>
        <p:spPr>
          <a:xfrm>
            <a:off x="4266438" y="776224"/>
            <a:ext cx="2831020" cy="406400"/>
          </a:xfrm>
          <a:prstGeom prst="rect">
            <a:avLst/>
          </a:prstGeom>
        </p:spPr>
        <p:txBody>
          <a:bodyPr lIns="0" tIns="0" rIns="0" bIns="0" rtlCol="0" anchor="t">
            <a:spAutoFit/>
          </a:bodyPr>
          <a:lstStyle/>
          <a:p>
            <a:pPr algn="ctr" latinLnBrk="1"/>
            <a:r>
              <a:rPr lang="en-US" sz="2300">
                <a:solidFill>
                  <a:srgbClr val="000000"/>
                </a:solidFill>
                <a:latin typeface="Microsoft YaHei"/>
                <a:ea typeface="Microsoft YaHei"/>
              </a:rPr>
              <a:t>在这里填写标题</a:t>
            </a:r>
            <a:endParaRPr lang="en-US" sz="1100"/>
          </a:p>
        </p:txBody>
      </p:sp>
      <p:pic>
        <p:nvPicPr>
          <p:cNvPr id="281" name="Picture 3"/>
          <p:cNvPicPr>
            <a:picLocks noChangeAspect="1"/>
          </p:cNvPicPr>
          <p:nvPr/>
        </p:nvPicPr>
        <p:blipFill>
          <a:blip r:embed="rId3"/>
          <a:stretch>
            <a:fillRect/>
          </a:stretch>
        </p:blipFill>
        <p:spPr>
          <a:xfrm>
            <a:off x="2093468" y="1743964"/>
            <a:ext cx="7062082" cy="3709533"/>
          </a:xfrm>
          <a:prstGeom prst="rect">
            <a:avLst/>
          </a:prstGeom>
        </p:spPr>
      </p:pic>
      <p:pic>
        <p:nvPicPr>
          <p:cNvPr id="282" name="Picture 4"/>
          <p:cNvPicPr>
            <a:picLocks noChangeAspect="1"/>
          </p:cNvPicPr>
          <p:nvPr/>
        </p:nvPicPr>
        <p:blipFill>
          <a:blip r:embed="rId4"/>
          <a:stretch>
            <a:fillRect/>
          </a:stretch>
        </p:blipFill>
        <p:spPr>
          <a:xfrm>
            <a:off x="909574" y="3261360"/>
            <a:ext cx="2030237" cy="2379180"/>
          </a:xfrm>
          <a:prstGeom prst="rect">
            <a:avLst/>
          </a:prstGeom>
        </p:spPr>
      </p:pic>
      <p:pic>
        <p:nvPicPr>
          <p:cNvPr id="283" name="Picture 5"/>
          <p:cNvPicPr>
            <a:picLocks noChangeAspect="1"/>
          </p:cNvPicPr>
          <p:nvPr/>
        </p:nvPicPr>
        <p:blipFill>
          <a:blip r:embed="rId5"/>
          <a:stretch>
            <a:fillRect/>
          </a:stretch>
        </p:blipFill>
        <p:spPr>
          <a:xfrm>
            <a:off x="9160002" y="3652139"/>
            <a:ext cx="1484889" cy="1691693"/>
          </a:xfrm>
          <a:prstGeom prst="rect">
            <a:avLst/>
          </a:prstGeom>
        </p:spPr>
      </p:pic>
      <p:grpSp>
        <p:nvGrpSpPr>
          <p:cNvPr id="284" name="Group 6"/>
          <p:cNvGrpSpPr/>
          <p:nvPr/>
        </p:nvGrpSpPr>
        <p:grpSpPr>
          <a:xfrm>
            <a:off x="2686685" y="2168906"/>
            <a:ext cx="2845498" cy="2371090"/>
            <a:chOff x="2686685" y="2168906"/>
            <a:chExt cx="2845498" cy="2371090"/>
          </a:xfrm>
        </p:grpSpPr>
        <p:sp>
          <p:nvSpPr>
            <p:cNvPr id="285" name="TextBox 284"/>
            <p:cNvSpPr txBox="1"/>
            <p:nvPr/>
          </p:nvSpPr>
          <p:spPr>
            <a:xfrm>
              <a:off x="3170428" y="2168906"/>
              <a:ext cx="1578229" cy="533400"/>
            </a:xfrm>
            <a:prstGeom prst="rect">
              <a:avLst/>
            </a:prstGeom>
          </p:spPr>
          <p:txBody>
            <a:bodyPr lIns="0" tIns="0" rIns="0" bIns="0" rtlCol="0" anchor="t">
              <a:spAutoFit/>
            </a:bodyPr>
            <a:lstStyle/>
            <a:p>
              <a:pPr algn="ctr" latinLnBrk="1"/>
              <a:r>
                <a:rPr lang="en-US" sz="3000" b="1">
                  <a:solidFill>
                    <a:srgbClr val="000000"/>
                  </a:solidFill>
                  <a:latin typeface="Microsoft YaHei"/>
                  <a:ea typeface="Microsoft YaHei"/>
                </a:rPr>
                <a:t>标题一</a:t>
              </a:r>
              <a:endParaRPr lang="en-US" sz="1100"/>
            </a:p>
          </p:txBody>
        </p:sp>
        <p:sp>
          <p:nvSpPr>
            <p:cNvPr id="286" name="TextBox 285"/>
            <p:cNvSpPr txBox="1"/>
            <p:nvPr/>
          </p:nvSpPr>
          <p:spPr>
            <a:xfrm>
              <a:off x="2686685" y="2831846"/>
              <a:ext cx="2845498" cy="1708150"/>
            </a:xfrm>
            <a:prstGeom prst="rect">
              <a:avLst/>
            </a:prstGeom>
          </p:spPr>
          <p:txBody>
            <a:bodyPr lIns="0" tIns="0" rIns="0" bIns="0" rtlCol="0" anchor="t">
              <a:spAutoFit/>
            </a:bodyPr>
            <a:lstStyle/>
            <a:p>
              <a:pPr algn="l" latinLnBrk="1"/>
              <a:r>
                <a:rPr lang="en-US" sz="1200">
                  <a:solidFill>
                    <a:srgbClr val="000000"/>
                  </a:solidFill>
                  <a:latin typeface="Microsoft YaHei"/>
                  <a:ea typeface="Microsoft YaHei"/>
                </a:rPr>
                <a:t>在这里填写内容详情描述在这里填写内容详情描述在这里填写内容详情描述在这里填写内容详情描述在这里填写内容详情描述在这里填写内容详情描述在这里填写内容详情描述在这里填写内容详情描述在这里填写内容详情描述在这里填写内容详情描述在这里填写内容详情描述在这里填写内容详情描述</a:t>
              </a:r>
              <a:endParaRPr lang="en-US" sz="1100"/>
            </a:p>
          </p:txBody>
        </p:sp>
      </p:grpSp>
      <p:grpSp>
        <p:nvGrpSpPr>
          <p:cNvPr id="287" name="Group 7"/>
          <p:cNvGrpSpPr/>
          <p:nvPr/>
        </p:nvGrpSpPr>
        <p:grpSpPr>
          <a:xfrm>
            <a:off x="5981700" y="2159000"/>
            <a:ext cx="2845498" cy="2368550"/>
            <a:chOff x="5981700" y="2159000"/>
            <a:chExt cx="2845498" cy="2368550"/>
          </a:xfrm>
        </p:grpSpPr>
        <p:sp>
          <p:nvSpPr>
            <p:cNvPr id="288" name="TextBox 287"/>
            <p:cNvSpPr txBox="1"/>
            <p:nvPr/>
          </p:nvSpPr>
          <p:spPr>
            <a:xfrm>
              <a:off x="6464300" y="2159000"/>
              <a:ext cx="1578229" cy="533400"/>
            </a:xfrm>
            <a:prstGeom prst="rect">
              <a:avLst/>
            </a:prstGeom>
          </p:spPr>
          <p:txBody>
            <a:bodyPr lIns="0" tIns="0" rIns="0" bIns="0" rtlCol="0" anchor="t">
              <a:spAutoFit/>
            </a:bodyPr>
            <a:lstStyle/>
            <a:p>
              <a:pPr algn="ctr" latinLnBrk="1"/>
              <a:r>
                <a:rPr lang="en-US" sz="3000" b="1">
                  <a:solidFill>
                    <a:srgbClr val="000000"/>
                  </a:solidFill>
                  <a:latin typeface="Microsoft YaHei"/>
                  <a:ea typeface="Microsoft YaHei"/>
                </a:rPr>
                <a:t>标题二</a:t>
              </a:r>
              <a:endParaRPr lang="en-US" sz="1100"/>
            </a:p>
          </p:txBody>
        </p:sp>
        <p:sp>
          <p:nvSpPr>
            <p:cNvPr id="289" name="TextBox 288"/>
            <p:cNvSpPr txBox="1"/>
            <p:nvPr/>
          </p:nvSpPr>
          <p:spPr>
            <a:xfrm>
              <a:off x="5981700" y="2819400"/>
              <a:ext cx="2845498" cy="1708150"/>
            </a:xfrm>
            <a:prstGeom prst="rect">
              <a:avLst/>
            </a:prstGeom>
          </p:spPr>
          <p:txBody>
            <a:bodyPr lIns="0" tIns="0" rIns="0" bIns="0" rtlCol="0" anchor="t">
              <a:spAutoFit/>
            </a:bodyPr>
            <a:lstStyle/>
            <a:p>
              <a:pPr algn="l" latinLnBrk="1"/>
              <a:r>
                <a:rPr lang="en-US" sz="1200">
                  <a:solidFill>
                    <a:srgbClr val="000000"/>
                  </a:solidFill>
                  <a:latin typeface="Microsoft YaHei"/>
                  <a:ea typeface="Microsoft YaHei"/>
                </a:rPr>
                <a:t>在这里填写内容详情描述在这里填写内容详情描述在这里填写内容详情描述在这里填写内容详情描述在这里填写内容详情描述在这里填写内容详情描述在这里填写内容详情描述在这里填写内容详情描述在这里填写内容详情描述在这里填写内容详情描述在这里填写内容详情描述在这里填写内容详情描述</a:t>
              </a:r>
              <a:endParaRPr lang="en-US" sz="110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9"/>
                                        </p:tgtEl>
                                        <p:attrNameLst>
                                          <p:attrName>style.visibility</p:attrName>
                                        </p:attrNameLst>
                                      </p:cBhvr>
                                      <p:to>
                                        <p:strVal val="visible"/>
                                      </p:to>
                                    </p:set>
                                    <p:animEffect transition="in" filter="fade">
                                      <p:cBhvr>
                                        <p:cTn id="7" dur="1000"/>
                                        <p:tgtEl>
                                          <p:spTgt spid="27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0"/>
                                        </p:tgtEl>
                                        <p:attrNameLst>
                                          <p:attrName>style.visibility</p:attrName>
                                        </p:attrNameLst>
                                      </p:cBhvr>
                                      <p:to>
                                        <p:strVal val="visible"/>
                                      </p:to>
                                    </p:set>
                                    <p:animEffect transition="in" filter="fade">
                                      <p:cBhvr>
                                        <p:cTn id="10" dur="1000"/>
                                        <p:tgtEl>
                                          <p:spTgt spid="28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1"/>
                                        </p:tgtEl>
                                        <p:attrNameLst>
                                          <p:attrName>style.visibility</p:attrName>
                                        </p:attrNameLst>
                                      </p:cBhvr>
                                      <p:to>
                                        <p:strVal val="visible"/>
                                      </p:to>
                                    </p:set>
                                    <p:animEffect transition="in" filter="fade">
                                      <p:cBhvr>
                                        <p:cTn id="13" dur="1000"/>
                                        <p:tgtEl>
                                          <p:spTgt spid="28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2"/>
                                        </p:tgtEl>
                                        <p:attrNameLst>
                                          <p:attrName>style.visibility</p:attrName>
                                        </p:attrNameLst>
                                      </p:cBhvr>
                                      <p:to>
                                        <p:strVal val="visible"/>
                                      </p:to>
                                    </p:set>
                                    <p:animEffect transition="in" filter="fade">
                                      <p:cBhvr>
                                        <p:cTn id="16" dur="1000"/>
                                        <p:tgtEl>
                                          <p:spTgt spid="28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3"/>
                                        </p:tgtEl>
                                        <p:attrNameLst>
                                          <p:attrName>style.visibility</p:attrName>
                                        </p:attrNameLst>
                                      </p:cBhvr>
                                      <p:to>
                                        <p:strVal val="visible"/>
                                      </p:to>
                                    </p:set>
                                    <p:animEffect transition="in" filter="fade">
                                      <p:cBhvr>
                                        <p:cTn id="19" dur="1000"/>
                                        <p:tgtEl>
                                          <p:spTgt spid="28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4"/>
                                        </p:tgtEl>
                                        <p:attrNameLst>
                                          <p:attrName>style.visibility</p:attrName>
                                        </p:attrNameLst>
                                      </p:cBhvr>
                                      <p:to>
                                        <p:strVal val="visible"/>
                                      </p:to>
                                    </p:set>
                                    <p:animEffect transition="in" filter="fade">
                                      <p:cBhvr>
                                        <p:cTn id="22" dur="1000"/>
                                        <p:tgtEl>
                                          <p:spTgt spid="28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7"/>
                                        </p:tgtEl>
                                        <p:attrNameLst>
                                          <p:attrName>style.visibility</p:attrName>
                                        </p:attrNameLst>
                                      </p:cBhvr>
                                      <p:to>
                                        <p:strVal val="visible"/>
                                      </p:to>
                                    </p:set>
                                    <p:animEffect transition="in" filter="fade">
                                      <p:cBhvr>
                                        <p:cTn id="25" dur="1000"/>
                                        <p:tgtEl>
                                          <p:spTgt spid="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 grpId="0" animBg="1"/>
      <p:bldP spid="280" grpId="0" animBg="1"/>
      <p:bldP spid="281" grpId="0" animBg="1"/>
      <p:bldP spid="282" grpId="0" animBg="1"/>
      <p:bldP spid="283" grpId="0" animBg="1"/>
      <p:bldP spid="284" grpId="0" animBg="1"/>
      <p:bldP spid="28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90" name="Picture 1"/>
          <p:cNvPicPr>
            <a:picLocks noChangeAspect="1"/>
          </p:cNvPicPr>
          <p:nvPr/>
        </p:nvPicPr>
        <p:blipFill>
          <a:blip r:embed="rId2"/>
          <a:stretch>
            <a:fillRect/>
          </a:stretch>
        </p:blipFill>
        <p:spPr>
          <a:xfrm>
            <a:off x="4041902" y="486156"/>
            <a:ext cx="3472786" cy="820414"/>
          </a:xfrm>
          <a:prstGeom prst="rect">
            <a:avLst/>
          </a:prstGeom>
        </p:spPr>
      </p:pic>
      <p:sp>
        <p:nvSpPr>
          <p:cNvPr id="291" name="TextBox 2"/>
          <p:cNvSpPr txBox="1"/>
          <p:nvPr/>
        </p:nvSpPr>
        <p:spPr>
          <a:xfrm>
            <a:off x="4266438" y="776224"/>
            <a:ext cx="2816352" cy="406400"/>
          </a:xfrm>
          <a:prstGeom prst="rect">
            <a:avLst/>
          </a:prstGeom>
        </p:spPr>
        <p:txBody>
          <a:bodyPr lIns="0" tIns="0" rIns="0" bIns="0" rtlCol="0" anchor="t">
            <a:spAutoFit/>
          </a:bodyPr>
          <a:lstStyle/>
          <a:p>
            <a:pPr algn="ctr" latinLnBrk="1"/>
            <a:r>
              <a:rPr lang="en-US" sz="2300">
                <a:solidFill>
                  <a:srgbClr val="000000"/>
                </a:solidFill>
                <a:latin typeface="Microsoft YaHei"/>
                <a:ea typeface="Microsoft YaHei"/>
              </a:rPr>
              <a:t>在这里填写标题</a:t>
            </a:r>
            <a:endParaRPr lang="en-US" sz="1100"/>
          </a:p>
        </p:txBody>
      </p:sp>
      <p:pic>
        <p:nvPicPr>
          <p:cNvPr id="292" name="Picture 3"/>
          <p:cNvPicPr>
            <a:picLocks noChangeAspect="1"/>
          </p:cNvPicPr>
          <p:nvPr/>
        </p:nvPicPr>
        <p:blipFill>
          <a:blip r:embed="rId3"/>
          <a:stretch>
            <a:fillRect/>
          </a:stretch>
        </p:blipFill>
        <p:spPr>
          <a:xfrm>
            <a:off x="4348099" y="2789809"/>
            <a:ext cx="2679076" cy="3052209"/>
          </a:xfrm>
          <a:prstGeom prst="rect">
            <a:avLst/>
          </a:prstGeom>
        </p:spPr>
      </p:pic>
      <p:pic>
        <p:nvPicPr>
          <p:cNvPr id="293" name="Picture 4"/>
          <p:cNvPicPr>
            <a:picLocks noChangeAspect="1"/>
          </p:cNvPicPr>
          <p:nvPr/>
        </p:nvPicPr>
        <p:blipFill>
          <a:blip r:embed="rId4"/>
          <a:stretch>
            <a:fillRect/>
          </a:stretch>
        </p:blipFill>
        <p:spPr>
          <a:xfrm>
            <a:off x="1900555" y="1776984"/>
            <a:ext cx="2450640" cy="1750465"/>
          </a:xfrm>
          <a:prstGeom prst="rect">
            <a:avLst/>
          </a:prstGeom>
        </p:spPr>
      </p:pic>
      <p:pic>
        <p:nvPicPr>
          <p:cNvPr id="294" name="Picture 5"/>
          <p:cNvPicPr>
            <a:picLocks noChangeAspect="1"/>
          </p:cNvPicPr>
          <p:nvPr/>
        </p:nvPicPr>
        <p:blipFill>
          <a:blip r:embed="rId4"/>
          <a:stretch>
            <a:fillRect/>
          </a:stretch>
        </p:blipFill>
        <p:spPr>
          <a:xfrm>
            <a:off x="1236853" y="3540125"/>
            <a:ext cx="1726752" cy="1233403"/>
          </a:xfrm>
          <a:prstGeom prst="rect">
            <a:avLst/>
          </a:prstGeom>
        </p:spPr>
      </p:pic>
      <p:pic>
        <p:nvPicPr>
          <p:cNvPr id="295" name="Picture 6"/>
          <p:cNvPicPr>
            <a:picLocks noChangeAspect="1"/>
          </p:cNvPicPr>
          <p:nvPr/>
        </p:nvPicPr>
        <p:blipFill>
          <a:blip r:embed="rId5"/>
          <a:stretch>
            <a:fillRect/>
          </a:stretch>
        </p:blipFill>
        <p:spPr>
          <a:xfrm>
            <a:off x="7265797" y="2048637"/>
            <a:ext cx="2243094" cy="1656440"/>
          </a:xfrm>
          <a:prstGeom prst="rect">
            <a:avLst/>
          </a:prstGeom>
        </p:spPr>
      </p:pic>
      <p:pic>
        <p:nvPicPr>
          <p:cNvPr id="296" name="Picture 7"/>
          <p:cNvPicPr>
            <a:picLocks noChangeAspect="1"/>
          </p:cNvPicPr>
          <p:nvPr/>
        </p:nvPicPr>
        <p:blipFill>
          <a:blip r:embed="rId5"/>
          <a:stretch>
            <a:fillRect/>
          </a:stretch>
        </p:blipFill>
        <p:spPr>
          <a:xfrm>
            <a:off x="8472297" y="3869690"/>
            <a:ext cx="1503147" cy="1110016"/>
          </a:xfrm>
          <a:prstGeom prst="rect">
            <a:avLst/>
          </a:prstGeom>
        </p:spPr>
      </p:pic>
      <p:grpSp>
        <p:nvGrpSpPr>
          <p:cNvPr id="297" name="Group 8"/>
          <p:cNvGrpSpPr/>
          <p:nvPr/>
        </p:nvGrpSpPr>
        <p:grpSpPr>
          <a:xfrm>
            <a:off x="2245487" y="2290318"/>
            <a:ext cx="1622870" cy="641350"/>
            <a:chOff x="2245487" y="2290318"/>
            <a:chExt cx="1622870" cy="641350"/>
          </a:xfrm>
        </p:grpSpPr>
        <p:sp>
          <p:nvSpPr>
            <p:cNvPr id="298" name="TextBox 297"/>
            <p:cNvSpPr txBox="1"/>
            <p:nvPr/>
          </p:nvSpPr>
          <p:spPr>
            <a:xfrm>
              <a:off x="2245487" y="2290318"/>
              <a:ext cx="1622870" cy="641350"/>
            </a:xfrm>
            <a:prstGeom prst="rect">
              <a:avLst/>
            </a:prstGeom>
          </p:spPr>
          <p:txBody>
            <a:bodyPr lIns="0" tIns="0" rIns="0" bIns="0" rtlCol="0" anchor="t">
              <a:spAutoFit/>
            </a:bodyPr>
            <a:lstStyle/>
            <a:p>
              <a:pPr algn="ctr" latinLnBrk="1"/>
              <a:r>
                <a:rPr lang="en-US" sz="1200">
                  <a:solidFill>
                    <a:srgbClr val="000000"/>
                  </a:solidFill>
                  <a:latin typeface="Microsoft YaHei"/>
                  <a:ea typeface="Microsoft YaHei"/>
                </a:rPr>
                <a:t>在这里填写内容详情描述在这里填写内容详情描述</a:t>
              </a:r>
              <a:endParaRPr lang="en-US" sz="1100"/>
            </a:p>
          </p:txBody>
        </p:sp>
      </p:grpSp>
      <p:grpSp>
        <p:nvGrpSpPr>
          <p:cNvPr id="299" name="Group 9"/>
          <p:cNvGrpSpPr/>
          <p:nvPr/>
        </p:nvGrpSpPr>
        <p:grpSpPr>
          <a:xfrm>
            <a:off x="7654798" y="2523236"/>
            <a:ext cx="1579436" cy="641350"/>
            <a:chOff x="7654798" y="2523236"/>
            <a:chExt cx="1579436" cy="641350"/>
          </a:xfrm>
        </p:grpSpPr>
        <p:sp>
          <p:nvSpPr>
            <p:cNvPr id="300" name="TextBox 299"/>
            <p:cNvSpPr txBox="1"/>
            <p:nvPr/>
          </p:nvSpPr>
          <p:spPr>
            <a:xfrm>
              <a:off x="7654798" y="2523236"/>
              <a:ext cx="1579436" cy="641350"/>
            </a:xfrm>
            <a:prstGeom prst="rect">
              <a:avLst/>
            </a:prstGeom>
          </p:spPr>
          <p:txBody>
            <a:bodyPr lIns="0" tIns="0" rIns="0" bIns="0" rtlCol="0" anchor="t">
              <a:spAutoFit/>
            </a:bodyPr>
            <a:lstStyle/>
            <a:p>
              <a:pPr algn="ctr" latinLnBrk="1"/>
              <a:r>
                <a:rPr lang="en-US" sz="1200">
                  <a:solidFill>
                    <a:srgbClr val="000000"/>
                  </a:solidFill>
                  <a:latin typeface="Microsoft YaHei"/>
                  <a:ea typeface="Microsoft YaHei"/>
                </a:rPr>
                <a:t>在这里填写内容详情描述在这里填写内容详情描述</a:t>
              </a:r>
              <a:endParaRPr lang="en-US" sz="1100"/>
            </a:p>
          </p:txBody>
        </p:sp>
      </p:grpSp>
      <p:grpSp>
        <p:nvGrpSpPr>
          <p:cNvPr id="301" name="Group 10"/>
          <p:cNvGrpSpPr/>
          <p:nvPr/>
        </p:nvGrpSpPr>
        <p:grpSpPr>
          <a:xfrm>
            <a:off x="1606931" y="3923411"/>
            <a:ext cx="959422" cy="425450"/>
            <a:chOff x="1606931" y="3923411"/>
            <a:chExt cx="959422" cy="425450"/>
          </a:xfrm>
        </p:grpSpPr>
        <p:sp>
          <p:nvSpPr>
            <p:cNvPr id="302" name="TextBox 301"/>
            <p:cNvSpPr txBox="1"/>
            <p:nvPr/>
          </p:nvSpPr>
          <p:spPr>
            <a:xfrm>
              <a:off x="1606931" y="3923411"/>
              <a:ext cx="959422" cy="425450"/>
            </a:xfrm>
            <a:prstGeom prst="rect">
              <a:avLst/>
            </a:prstGeom>
          </p:spPr>
          <p:txBody>
            <a:bodyPr lIns="0" tIns="0" rIns="0" bIns="0" rtlCol="0" anchor="t">
              <a:spAutoFit/>
            </a:bodyPr>
            <a:lstStyle/>
            <a:p>
              <a:pPr algn="ctr" latinLnBrk="1"/>
              <a:r>
                <a:rPr lang="en-US" sz="1200">
                  <a:solidFill>
                    <a:srgbClr val="000000"/>
                  </a:solidFill>
                  <a:latin typeface="Microsoft YaHei"/>
                  <a:ea typeface="Microsoft YaHei"/>
                </a:rPr>
                <a:t>在这里填写内容详情描述</a:t>
              </a:r>
              <a:endParaRPr lang="en-US" sz="1100"/>
            </a:p>
          </p:txBody>
        </p:sp>
      </p:grpSp>
      <p:grpSp>
        <p:nvGrpSpPr>
          <p:cNvPr id="303" name="Group 11"/>
          <p:cNvGrpSpPr/>
          <p:nvPr/>
        </p:nvGrpSpPr>
        <p:grpSpPr>
          <a:xfrm>
            <a:off x="8795258" y="4168775"/>
            <a:ext cx="1027303" cy="425450"/>
            <a:chOff x="8795258" y="4168775"/>
            <a:chExt cx="1027303" cy="425450"/>
          </a:xfrm>
        </p:grpSpPr>
        <p:sp>
          <p:nvSpPr>
            <p:cNvPr id="304" name="TextBox 303"/>
            <p:cNvSpPr txBox="1"/>
            <p:nvPr/>
          </p:nvSpPr>
          <p:spPr>
            <a:xfrm>
              <a:off x="8795258" y="4168775"/>
              <a:ext cx="1027303" cy="425450"/>
            </a:xfrm>
            <a:prstGeom prst="rect">
              <a:avLst/>
            </a:prstGeom>
          </p:spPr>
          <p:txBody>
            <a:bodyPr lIns="0" tIns="0" rIns="0" bIns="0" rtlCol="0" anchor="t">
              <a:spAutoFit/>
            </a:bodyPr>
            <a:lstStyle/>
            <a:p>
              <a:pPr algn="ctr" latinLnBrk="1"/>
              <a:r>
                <a:rPr lang="en-US" sz="1200">
                  <a:solidFill>
                    <a:srgbClr val="000000"/>
                  </a:solidFill>
                  <a:latin typeface="Microsoft YaHei"/>
                  <a:ea typeface="Microsoft YaHei"/>
                </a:rPr>
                <a:t>在这里填写内容详情描述</a:t>
              </a:r>
              <a:endParaRPr lang="en-US" sz="110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90"/>
                                        </p:tgtEl>
                                        <p:attrNameLst>
                                          <p:attrName>style.visibility</p:attrName>
                                        </p:attrNameLst>
                                      </p:cBhvr>
                                      <p:to>
                                        <p:strVal val="visible"/>
                                      </p:to>
                                    </p:set>
                                    <p:animEffect transition="in" filter="fade">
                                      <p:cBhvr>
                                        <p:cTn id="7" dur="1000"/>
                                        <p:tgtEl>
                                          <p:spTgt spid="29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1"/>
                                        </p:tgtEl>
                                        <p:attrNameLst>
                                          <p:attrName>style.visibility</p:attrName>
                                        </p:attrNameLst>
                                      </p:cBhvr>
                                      <p:to>
                                        <p:strVal val="visible"/>
                                      </p:to>
                                    </p:set>
                                    <p:animEffect transition="in" filter="fade">
                                      <p:cBhvr>
                                        <p:cTn id="10" dur="1000"/>
                                        <p:tgtEl>
                                          <p:spTgt spid="29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2"/>
                                        </p:tgtEl>
                                        <p:attrNameLst>
                                          <p:attrName>style.visibility</p:attrName>
                                        </p:attrNameLst>
                                      </p:cBhvr>
                                      <p:to>
                                        <p:strVal val="visible"/>
                                      </p:to>
                                    </p:set>
                                    <p:animEffect transition="in" filter="fade">
                                      <p:cBhvr>
                                        <p:cTn id="13" dur="1000"/>
                                        <p:tgtEl>
                                          <p:spTgt spid="29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3"/>
                                        </p:tgtEl>
                                        <p:attrNameLst>
                                          <p:attrName>style.visibility</p:attrName>
                                        </p:attrNameLst>
                                      </p:cBhvr>
                                      <p:to>
                                        <p:strVal val="visible"/>
                                      </p:to>
                                    </p:set>
                                    <p:animEffect transition="in" filter="fade">
                                      <p:cBhvr>
                                        <p:cTn id="16" dur="1000"/>
                                        <p:tgtEl>
                                          <p:spTgt spid="29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4"/>
                                        </p:tgtEl>
                                        <p:attrNameLst>
                                          <p:attrName>style.visibility</p:attrName>
                                        </p:attrNameLst>
                                      </p:cBhvr>
                                      <p:to>
                                        <p:strVal val="visible"/>
                                      </p:to>
                                    </p:set>
                                    <p:animEffect transition="in" filter="fade">
                                      <p:cBhvr>
                                        <p:cTn id="19" dur="1000"/>
                                        <p:tgtEl>
                                          <p:spTgt spid="29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95"/>
                                        </p:tgtEl>
                                        <p:attrNameLst>
                                          <p:attrName>style.visibility</p:attrName>
                                        </p:attrNameLst>
                                      </p:cBhvr>
                                      <p:to>
                                        <p:strVal val="visible"/>
                                      </p:to>
                                    </p:set>
                                    <p:animEffect transition="in" filter="fade">
                                      <p:cBhvr>
                                        <p:cTn id="22" dur="1000"/>
                                        <p:tgtEl>
                                          <p:spTgt spid="29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96"/>
                                        </p:tgtEl>
                                        <p:attrNameLst>
                                          <p:attrName>style.visibility</p:attrName>
                                        </p:attrNameLst>
                                      </p:cBhvr>
                                      <p:to>
                                        <p:strVal val="visible"/>
                                      </p:to>
                                    </p:set>
                                    <p:animEffect transition="in" filter="fade">
                                      <p:cBhvr>
                                        <p:cTn id="25" dur="1000"/>
                                        <p:tgtEl>
                                          <p:spTgt spid="29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7"/>
                                        </p:tgtEl>
                                        <p:attrNameLst>
                                          <p:attrName>style.visibility</p:attrName>
                                        </p:attrNameLst>
                                      </p:cBhvr>
                                      <p:to>
                                        <p:strVal val="visible"/>
                                      </p:to>
                                    </p:set>
                                    <p:animEffect transition="in" filter="fade">
                                      <p:cBhvr>
                                        <p:cTn id="28" dur="1000"/>
                                        <p:tgtEl>
                                          <p:spTgt spid="29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99"/>
                                        </p:tgtEl>
                                        <p:attrNameLst>
                                          <p:attrName>style.visibility</p:attrName>
                                        </p:attrNameLst>
                                      </p:cBhvr>
                                      <p:to>
                                        <p:strVal val="visible"/>
                                      </p:to>
                                    </p:set>
                                    <p:animEffect transition="in" filter="fade">
                                      <p:cBhvr>
                                        <p:cTn id="31" dur="1000"/>
                                        <p:tgtEl>
                                          <p:spTgt spid="29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01"/>
                                        </p:tgtEl>
                                        <p:attrNameLst>
                                          <p:attrName>style.visibility</p:attrName>
                                        </p:attrNameLst>
                                      </p:cBhvr>
                                      <p:to>
                                        <p:strVal val="visible"/>
                                      </p:to>
                                    </p:set>
                                    <p:animEffect transition="in" filter="fade">
                                      <p:cBhvr>
                                        <p:cTn id="34" dur="1000"/>
                                        <p:tgtEl>
                                          <p:spTgt spid="30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3"/>
                                        </p:tgtEl>
                                        <p:attrNameLst>
                                          <p:attrName>style.visibility</p:attrName>
                                        </p:attrNameLst>
                                      </p:cBhvr>
                                      <p:to>
                                        <p:strVal val="visible"/>
                                      </p:to>
                                    </p:set>
                                    <p:animEffect transition="in" filter="fade">
                                      <p:cBhvr>
                                        <p:cTn id="37" dur="1000"/>
                                        <p:tgtEl>
                                          <p:spTgt spid="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 grpId="0" animBg="1"/>
      <p:bldP spid="291" grpId="0" animBg="1"/>
      <p:bldP spid="292" grpId="0" animBg="1"/>
      <p:bldP spid="293" grpId="0" animBg="1"/>
      <p:bldP spid="294" grpId="0" animBg="1"/>
      <p:bldP spid="295" grpId="0" animBg="1"/>
      <p:bldP spid="296" grpId="0" animBg="1"/>
      <p:bldP spid="297" grpId="0" animBg="1"/>
      <p:bldP spid="299" grpId="0" animBg="1"/>
      <p:bldP spid="301" grpId="0" animBg="1"/>
      <p:bldP spid="30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05" name="Picture 1"/>
          <p:cNvPicPr>
            <a:picLocks noChangeAspect="1"/>
          </p:cNvPicPr>
          <p:nvPr/>
        </p:nvPicPr>
        <p:blipFill>
          <a:blip r:embed="rId2"/>
          <a:stretch>
            <a:fillRect/>
          </a:stretch>
        </p:blipFill>
        <p:spPr>
          <a:xfrm>
            <a:off x="4038600" y="482600"/>
            <a:ext cx="3472786" cy="820414"/>
          </a:xfrm>
          <a:prstGeom prst="rect">
            <a:avLst/>
          </a:prstGeom>
        </p:spPr>
      </p:pic>
      <p:sp>
        <p:nvSpPr>
          <p:cNvPr id="306" name="TextBox 2"/>
          <p:cNvSpPr txBox="1"/>
          <p:nvPr/>
        </p:nvSpPr>
        <p:spPr>
          <a:xfrm>
            <a:off x="4254500" y="774700"/>
            <a:ext cx="2800668" cy="406400"/>
          </a:xfrm>
          <a:prstGeom prst="rect">
            <a:avLst/>
          </a:prstGeom>
        </p:spPr>
        <p:txBody>
          <a:bodyPr lIns="0" tIns="0" rIns="0" bIns="0" rtlCol="0" anchor="t">
            <a:spAutoFit/>
          </a:bodyPr>
          <a:lstStyle/>
          <a:p>
            <a:pPr algn="ctr" latinLnBrk="1"/>
            <a:r>
              <a:rPr lang="en-US" sz="2300">
                <a:solidFill>
                  <a:srgbClr val="000000"/>
                </a:solidFill>
                <a:latin typeface="Microsoft YaHei"/>
                <a:ea typeface="Microsoft YaHei"/>
              </a:rPr>
              <a:t>在这里填写标题</a:t>
            </a:r>
            <a:endParaRPr lang="en-US" sz="1100"/>
          </a:p>
        </p:txBody>
      </p:sp>
      <p:pic>
        <p:nvPicPr>
          <p:cNvPr id="307" name="Picture 3"/>
          <p:cNvPicPr>
            <a:picLocks noChangeAspect="1"/>
          </p:cNvPicPr>
          <p:nvPr/>
        </p:nvPicPr>
        <p:blipFill>
          <a:blip r:embed="rId3"/>
          <a:stretch>
            <a:fillRect/>
          </a:stretch>
        </p:blipFill>
        <p:spPr>
          <a:xfrm>
            <a:off x="1625600" y="2184400"/>
            <a:ext cx="1033681" cy="1250034"/>
          </a:xfrm>
          <a:prstGeom prst="rect">
            <a:avLst/>
          </a:prstGeom>
        </p:spPr>
      </p:pic>
      <p:pic>
        <p:nvPicPr>
          <p:cNvPr id="308" name="Picture 4"/>
          <p:cNvPicPr>
            <a:picLocks noChangeAspect="1"/>
          </p:cNvPicPr>
          <p:nvPr/>
        </p:nvPicPr>
        <p:blipFill>
          <a:blip r:embed="rId4"/>
          <a:stretch>
            <a:fillRect/>
          </a:stretch>
        </p:blipFill>
        <p:spPr>
          <a:xfrm>
            <a:off x="1892300" y="2374900"/>
            <a:ext cx="502154" cy="442114"/>
          </a:xfrm>
          <a:prstGeom prst="rect">
            <a:avLst/>
          </a:prstGeom>
        </p:spPr>
      </p:pic>
      <p:grpSp>
        <p:nvGrpSpPr>
          <p:cNvPr id="309" name="Group 5"/>
          <p:cNvGrpSpPr/>
          <p:nvPr/>
        </p:nvGrpSpPr>
        <p:grpSpPr>
          <a:xfrm>
            <a:off x="1360424" y="2822448"/>
            <a:ext cx="1535938" cy="571500"/>
            <a:chOff x="1360424" y="2822448"/>
            <a:chExt cx="1535938" cy="571500"/>
          </a:xfrm>
        </p:grpSpPr>
        <p:sp>
          <p:nvSpPr>
            <p:cNvPr id="310" name="TextBox 309"/>
            <p:cNvSpPr txBox="1"/>
            <p:nvPr/>
          </p:nvSpPr>
          <p:spPr>
            <a:xfrm>
              <a:off x="1360424" y="2822448"/>
              <a:ext cx="1535938" cy="571500"/>
            </a:xfrm>
            <a:prstGeom prst="rect">
              <a:avLst/>
            </a:prstGeom>
          </p:spPr>
          <p:txBody>
            <a:bodyPr lIns="0" tIns="0" rIns="0" bIns="0" rtlCol="0" anchor="t">
              <a:spAutoFit/>
            </a:bodyPr>
            <a:lstStyle/>
            <a:p>
              <a:pPr algn="ctr" latinLnBrk="1"/>
              <a:r>
                <a:rPr lang="en-US" sz="3200" b="1">
                  <a:solidFill>
                    <a:srgbClr val="000000"/>
                  </a:solidFill>
                  <a:latin typeface="Microsoft YaHei"/>
                  <a:ea typeface="Microsoft YaHei"/>
                </a:rPr>
                <a:t>01</a:t>
              </a:r>
              <a:endParaRPr lang="en-US" sz="1100"/>
            </a:p>
          </p:txBody>
        </p:sp>
      </p:grpSp>
      <p:grpSp>
        <p:nvGrpSpPr>
          <p:cNvPr id="311" name="Group 6"/>
          <p:cNvGrpSpPr/>
          <p:nvPr/>
        </p:nvGrpSpPr>
        <p:grpSpPr>
          <a:xfrm>
            <a:off x="2857500" y="2186813"/>
            <a:ext cx="2394839" cy="1114679"/>
            <a:chOff x="2857500" y="2186813"/>
            <a:chExt cx="2394839" cy="1114679"/>
          </a:xfrm>
        </p:grpSpPr>
        <p:sp>
          <p:nvSpPr>
            <p:cNvPr id="312" name="TextBox 311"/>
            <p:cNvSpPr txBox="1"/>
            <p:nvPr/>
          </p:nvSpPr>
          <p:spPr>
            <a:xfrm>
              <a:off x="2873375" y="2186813"/>
              <a:ext cx="2200529" cy="355600"/>
            </a:xfrm>
            <a:prstGeom prst="rect">
              <a:avLst/>
            </a:prstGeom>
          </p:spPr>
          <p:txBody>
            <a:bodyPr lIns="0" tIns="0" rIns="0" bIns="0" rtlCol="0" anchor="t">
              <a:spAutoFit/>
            </a:bodyPr>
            <a:lstStyle/>
            <a:p>
              <a:pPr algn="l" latinLnBrk="1"/>
              <a:r>
                <a:rPr lang="en-US" sz="2000">
                  <a:solidFill>
                    <a:srgbClr val="000000"/>
                  </a:solidFill>
                  <a:latin typeface="Microsoft YaHei"/>
                  <a:ea typeface="Microsoft YaHei"/>
                </a:rPr>
                <a:t>在这里添加标题</a:t>
              </a:r>
              <a:endParaRPr lang="en-US" sz="1100"/>
            </a:p>
          </p:txBody>
        </p:sp>
        <p:sp>
          <p:nvSpPr>
            <p:cNvPr id="313" name="TextBox 312"/>
            <p:cNvSpPr txBox="1"/>
            <p:nvPr/>
          </p:nvSpPr>
          <p:spPr>
            <a:xfrm>
              <a:off x="2863596" y="2660142"/>
              <a:ext cx="2388743" cy="641350"/>
            </a:xfrm>
            <a:prstGeom prst="rect">
              <a:avLst/>
            </a:prstGeom>
          </p:spPr>
          <p:txBody>
            <a:bodyPr lIns="0" tIns="0" rIns="0" bIns="0" rtlCol="0" anchor="t">
              <a:spAutoFit/>
            </a:bodyPr>
            <a:lstStyle/>
            <a:p>
              <a:pPr algn="l" latinLnBrk="1"/>
              <a:r>
                <a:rPr lang="en-US" sz="1200">
                  <a:solidFill>
                    <a:srgbClr val="000000"/>
                  </a:solidFill>
                  <a:latin typeface="Microsoft YaHei"/>
                  <a:ea typeface="Microsoft YaHei"/>
                </a:rPr>
                <a:t>在这里填写内容详情描述在这里填写内容详情描述在这里填写内容详情描述</a:t>
              </a:r>
              <a:endParaRPr lang="en-US" sz="1100"/>
            </a:p>
          </p:txBody>
        </p:sp>
        <p:pic>
          <p:nvPicPr>
            <p:cNvPr id="314" name="Picture 313"/>
            <p:cNvPicPr>
              <a:picLocks noChangeAspect="1"/>
            </p:cNvPicPr>
            <p:nvPr/>
          </p:nvPicPr>
          <p:blipFill>
            <a:blip r:embed="rId5"/>
            <a:stretch>
              <a:fillRect/>
            </a:stretch>
          </p:blipFill>
          <p:spPr>
            <a:xfrm>
              <a:off x="2857500" y="2565400"/>
              <a:ext cx="2278672" cy="19330"/>
            </a:xfrm>
            <a:prstGeom prst="rect">
              <a:avLst/>
            </a:prstGeom>
          </p:spPr>
        </p:pic>
      </p:grpSp>
      <p:grpSp>
        <p:nvGrpSpPr>
          <p:cNvPr id="315" name="Group 7"/>
          <p:cNvGrpSpPr/>
          <p:nvPr/>
        </p:nvGrpSpPr>
        <p:grpSpPr>
          <a:xfrm>
            <a:off x="6407785" y="2135886"/>
            <a:ext cx="3914775" cy="1260448"/>
            <a:chOff x="6407785" y="2135886"/>
            <a:chExt cx="3914775" cy="1260448"/>
          </a:xfrm>
        </p:grpSpPr>
        <p:pic>
          <p:nvPicPr>
            <p:cNvPr id="316" name="Picture 315"/>
            <p:cNvPicPr>
              <a:picLocks noChangeAspect="1"/>
            </p:cNvPicPr>
            <p:nvPr/>
          </p:nvPicPr>
          <p:blipFill>
            <a:blip r:embed="rId3"/>
            <a:stretch>
              <a:fillRect/>
            </a:stretch>
          </p:blipFill>
          <p:spPr>
            <a:xfrm>
              <a:off x="6667500" y="2146300"/>
              <a:ext cx="1033681" cy="1250034"/>
            </a:xfrm>
            <a:prstGeom prst="rect">
              <a:avLst/>
            </a:prstGeom>
          </p:spPr>
        </p:pic>
        <p:sp>
          <p:nvSpPr>
            <p:cNvPr id="317" name="TextBox 316"/>
            <p:cNvSpPr txBox="1"/>
            <p:nvPr/>
          </p:nvSpPr>
          <p:spPr>
            <a:xfrm>
              <a:off x="6407785" y="2771648"/>
              <a:ext cx="1611757" cy="571500"/>
            </a:xfrm>
            <a:prstGeom prst="rect">
              <a:avLst/>
            </a:prstGeom>
          </p:spPr>
          <p:txBody>
            <a:bodyPr lIns="0" tIns="0" rIns="0" bIns="0" rtlCol="0" anchor="t">
              <a:spAutoFit/>
            </a:bodyPr>
            <a:lstStyle/>
            <a:p>
              <a:pPr algn="ctr" latinLnBrk="1"/>
              <a:r>
                <a:rPr lang="en-US" sz="3200" b="1">
                  <a:solidFill>
                    <a:srgbClr val="000000"/>
                  </a:solidFill>
                  <a:latin typeface="Microsoft YaHei"/>
                  <a:ea typeface="Microsoft YaHei"/>
                </a:rPr>
                <a:t>02</a:t>
              </a:r>
              <a:endParaRPr lang="en-US" sz="1100"/>
            </a:p>
          </p:txBody>
        </p:sp>
        <p:sp>
          <p:nvSpPr>
            <p:cNvPr id="318" name="TextBox 317"/>
            <p:cNvSpPr txBox="1"/>
            <p:nvPr/>
          </p:nvSpPr>
          <p:spPr>
            <a:xfrm>
              <a:off x="7920609" y="2135886"/>
              <a:ext cx="1971929" cy="355600"/>
            </a:xfrm>
            <a:prstGeom prst="rect">
              <a:avLst/>
            </a:prstGeom>
          </p:spPr>
          <p:txBody>
            <a:bodyPr lIns="0" tIns="0" rIns="0" bIns="0" rtlCol="0" anchor="t">
              <a:spAutoFit/>
            </a:bodyPr>
            <a:lstStyle/>
            <a:p>
              <a:pPr algn="l" latinLnBrk="1"/>
              <a:r>
                <a:rPr lang="en-US" sz="2000">
                  <a:solidFill>
                    <a:srgbClr val="000000"/>
                  </a:solidFill>
                  <a:latin typeface="Microsoft YaHei"/>
                  <a:ea typeface="Microsoft YaHei"/>
                </a:rPr>
                <a:t>在这里添加标题</a:t>
              </a:r>
              <a:endParaRPr lang="en-US" sz="1100"/>
            </a:p>
          </p:txBody>
        </p:sp>
        <p:sp>
          <p:nvSpPr>
            <p:cNvPr id="319" name="TextBox 318"/>
            <p:cNvSpPr txBox="1"/>
            <p:nvPr/>
          </p:nvSpPr>
          <p:spPr>
            <a:xfrm>
              <a:off x="7907909" y="2606294"/>
              <a:ext cx="2414651" cy="641350"/>
            </a:xfrm>
            <a:prstGeom prst="rect">
              <a:avLst/>
            </a:prstGeom>
          </p:spPr>
          <p:txBody>
            <a:bodyPr lIns="0" tIns="0" rIns="0" bIns="0" rtlCol="0" anchor="t">
              <a:spAutoFit/>
            </a:bodyPr>
            <a:lstStyle/>
            <a:p>
              <a:pPr algn="l" latinLnBrk="1"/>
              <a:r>
                <a:rPr lang="en-US" sz="1200">
                  <a:solidFill>
                    <a:srgbClr val="000000"/>
                  </a:solidFill>
                  <a:latin typeface="Microsoft YaHei"/>
                  <a:ea typeface="Microsoft YaHei"/>
                </a:rPr>
                <a:t>在这里填写内容详情描述在这里填写内容详情描述在这里填写内容详情描述</a:t>
              </a:r>
              <a:endParaRPr lang="en-US" sz="1100"/>
            </a:p>
          </p:txBody>
        </p:sp>
        <p:pic>
          <p:nvPicPr>
            <p:cNvPr id="320" name="Picture 319"/>
            <p:cNvPicPr>
              <a:picLocks noChangeAspect="1"/>
            </p:cNvPicPr>
            <p:nvPr/>
          </p:nvPicPr>
          <p:blipFill>
            <a:blip r:embed="rId5"/>
            <a:stretch>
              <a:fillRect/>
            </a:stretch>
          </p:blipFill>
          <p:spPr>
            <a:xfrm>
              <a:off x="7899400" y="2527300"/>
              <a:ext cx="2278672" cy="19330"/>
            </a:xfrm>
            <a:prstGeom prst="rect">
              <a:avLst/>
            </a:prstGeom>
          </p:spPr>
        </p:pic>
        <p:pic>
          <p:nvPicPr>
            <p:cNvPr id="321" name="Picture 320"/>
            <p:cNvPicPr>
              <a:picLocks noChangeAspect="1"/>
            </p:cNvPicPr>
            <p:nvPr/>
          </p:nvPicPr>
          <p:blipFill>
            <a:blip r:embed="rId6"/>
            <a:stretch>
              <a:fillRect/>
            </a:stretch>
          </p:blipFill>
          <p:spPr>
            <a:xfrm>
              <a:off x="6972300" y="2273300"/>
              <a:ext cx="444431" cy="540703"/>
            </a:xfrm>
            <a:prstGeom prst="rect">
              <a:avLst/>
            </a:prstGeom>
          </p:spPr>
        </p:pic>
      </p:grpSp>
      <p:grpSp>
        <p:nvGrpSpPr>
          <p:cNvPr id="322" name="Group 8"/>
          <p:cNvGrpSpPr/>
          <p:nvPr/>
        </p:nvGrpSpPr>
        <p:grpSpPr>
          <a:xfrm>
            <a:off x="1360424" y="4089400"/>
            <a:ext cx="3831336" cy="1250034"/>
            <a:chOff x="1360424" y="4089400"/>
            <a:chExt cx="3831336" cy="1250034"/>
          </a:xfrm>
        </p:grpSpPr>
        <p:pic>
          <p:nvPicPr>
            <p:cNvPr id="323" name="Picture 322"/>
            <p:cNvPicPr>
              <a:picLocks noChangeAspect="1"/>
            </p:cNvPicPr>
            <p:nvPr/>
          </p:nvPicPr>
          <p:blipFill>
            <a:blip r:embed="rId3"/>
            <a:stretch>
              <a:fillRect/>
            </a:stretch>
          </p:blipFill>
          <p:spPr>
            <a:xfrm>
              <a:off x="1625600" y="4089400"/>
              <a:ext cx="1033681" cy="1250034"/>
            </a:xfrm>
            <a:prstGeom prst="rect">
              <a:avLst/>
            </a:prstGeom>
          </p:spPr>
        </p:pic>
        <p:sp>
          <p:nvSpPr>
            <p:cNvPr id="324" name="TextBox 323"/>
            <p:cNvSpPr txBox="1"/>
            <p:nvPr/>
          </p:nvSpPr>
          <p:spPr>
            <a:xfrm>
              <a:off x="1360424" y="4729480"/>
              <a:ext cx="1550924" cy="571500"/>
            </a:xfrm>
            <a:prstGeom prst="rect">
              <a:avLst/>
            </a:prstGeom>
          </p:spPr>
          <p:txBody>
            <a:bodyPr lIns="0" tIns="0" rIns="0" bIns="0" rtlCol="0" anchor="t">
              <a:spAutoFit/>
            </a:bodyPr>
            <a:lstStyle/>
            <a:p>
              <a:pPr algn="ctr" latinLnBrk="1"/>
              <a:r>
                <a:rPr lang="en-US" sz="3200" b="1">
                  <a:solidFill>
                    <a:srgbClr val="000000"/>
                  </a:solidFill>
                  <a:latin typeface="Microsoft YaHei"/>
                  <a:ea typeface="Microsoft YaHei"/>
                </a:rPr>
                <a:t>03</a:t>
              </a:r>
              <a:endParaRPr lang="en-US" sz="1100"/>
            </a:p>
          </p:txBody>
        </p:sp>
        <p:sp>
          <p:nvSpPr>
            <p:cNvPr id="325" name="TextBox 324"/>
            <p:cNvSpPr txBox="1"/>
            <p:nvPr/>
          </p:nvSpPr>
          <p:spPr>
            <a:xfrm>
              <a:off x="2873375" y="4093845"/>
              <a:ext cx="2134298" cy="355600"/>
            </a:xfrm>
            <a:prstGeom prst="rect">
              <a:avLst/>
            </a:prstGeom>
          </p:spPr>
          <p:txBody>
            <a:bodyPr lIns="0" tIns="0" rIns="0" bIns="0" rtlCol="0" anchor="t">
              <a:spAutoFit/>
            </a:bodyPr>
            <a:lstStyle/>
            <a:p>
              <a:pPr algn="l" latinLnBrk="1"/>
              <a:r>
                <a:rPr lang="en-US" sz="2000">
                  <a:solidFill>
                    <a:srgbClr val="000000"/>
                  </a:solidFill>
                  <a:latin typeface="Microsoft YaHei"/>
                  <a:ea typeface="Microsoft YaHei"/>
                </a:rPr>
                <a:t>在这里添加标题</a:t>
              </a:r>
              <a:endParaRPr lang="en-US" sz="1100"/>
            </a:p>
          </p:txBody>
        </p:sp>
        <p:sp>
          <p:nvSpPr>
            <p:cNvPr id="326" name="TextBox 325"/>
            <p:cNvSpPr txBox="1"/>
            <p:nvPr/>
          </p:nvSpPr>
          <p:spPr>
            <a:xfrm>
              <a:off x="2860548" y="4564253"/>
              <a:ext cx="2331212" cy="641350"/>
            </a:xfrm>
            <a:prstGeom prst="rect">
              <a:avLst/>
            </a:prstGeom>
          </p:spPr>
          <p:txBody>
            <a:bodyPr lIns="0" tIns="0" rIns="0" bIns="0" rtlCol="0" anchor="t">
              <a:spAutoFit/>
            </a:bodyPr>
            <a:lstStyle/>
            <a:p>
              <a:pPr algn="l" latinLnBrk="1"/>
              <a:r>
                <a:rPr lang="en-US" sz="1200">
                  <a:solidFill>
                    <a:srgbClr val="000000"/>
                  </a:solidFill>
                  <a:latin typeface="Microsoft YaHei"/>
                  <a:ea typeface="Microsoft YaHei"/>
                </a:rPr>
                <a:t>在这里填写内容详情描述在这里填写内容详情描述在这里填写内容详情描述</a:t>
              </a:r>
              <a:endParaRPr lang="en-US" sz="1100"/>
            </a:p>
          </p:txBody>
        </p:sp>
        <p:pic>
          <p:nvPicPr>
            <p:cNvPr id="327" name="Picture 326"/>
            <p:cNvPicPr>
              <a:picLocks noChangeAspect="1"/>
            </p:cNvPicPr>
            <p:nvPr/>
          </p:nvPicPr>
          <p:blipFill>
            <a:blip r:embed="rId5"/>
            <a:stretch>
              <a:fillRect/>
            </a:stretch>
          </p:blipFill>
          <p:spPr>
            <a:xfrm>
              <a:off x="2870200" y="4483100"/>
              <a:ext cx="2278672" cy="19330"/>
            </a:xfrm>
            <a:prstGeom prst="rect">
              <a:avLst/>
            </a:prstGeom>
          </p:spPr>
        </p:pic>
        <p:pic>
          <p:nvPicPr>
            <p:cNvPr id="328" name="Picture 327"/>
            <p:cNvPicPr>
              <a:picLocks noChangeAspect="1"/>
            </p:cNvPicPr>
            <p:nvPr/>
          </p:nvPicPr>
          <p:blipFill>
            <a:blip r:embed="rId7"/>
            <a:stretch>
              <a:fillRect/>
            </a:stretch>
          </p:blipFill>
          <p:spPr>
            <a:xfrm>
              <a:off x="1943100" y="4216400"/>
              <a:ext cx="421894" cy="532234"/>
            </a:xfrm>
            <a:prstGeom prst="rect">
              <a:avLst/>
            </a:prstGeom>
          </p:spPr>
        </p:pic>
      </p:grpSp>
      <p:grpSp>
        <p:nvGrpSpPr>
          <p:cNvPr id="329" name="Group 9"/>
          <p:cNvGrpSpPr/>
          <p:nvPr/>
        </p:nvGrpSpPr>
        <p:grpSpPr>
          <a:xfrm>
            <a:off x="6407785" y="4043045"/>
            <a:ext cx="3832542" cy="1258289"/>
            <a:chOff x="6407785" y="4043045"/>
            <a:chExt cx="3832542" cy="1258289"/>
          </a:xfrm>
        </p:grpSpPr>
        <p:pic>
          <p:nvPicPr>
            <p:cNvPr id="330" name="Picture 329"/>
            <p:cNvPicPr>
              <a:picLocks noChangeAspect="1"/>
            </p:cNvPicPr>
            <p:nvPr/>
          </p:nvPicPr>
          <p:blipFill>
            <a:blip r:embed="rId3"/>
            <a:stretch>
              <a:fillRect/>
            </a:stretch>
          </p:blipFill>
          <p:spPr>
            <a:xfrm>
              <a:off x="6667500" y="4051300"/>
              <a:ext cx="1033681" cy="1250034"/>
            </a:xfrm>
            <a:prstGeom prst="rect">
              <a:avLst/>
            </a:prstGeom>
          </p:spPr>
        </p:pic>
        <p:sp>
          <p:nvSpPr>
            <p:cNvPr id="331" name="TextBox 330"/>
            <p:cNvSpPr txBox="1"/>
            <p:nvPr/>
          </p:nvSpPr>
          <p:spPr>
            <a:xfrm>
              <a:off x="6407785" y="4678680"/>
              <a:ext cx="1549972" cy="571500"/>
            </a:xfrm>
            <a:prstGeom prst="rect">
              <a:avLst/>
            </a:prstGeom>
          </p:spPr>
          <p:txBody>
            <a:bodyPr lIns="0" tIns="0" rIns="0" bIns="0" rtlCol="0" anchor="t">
              <a:spAutoFit/>
            </a:bodyPr>
            <a:lstStyle/>
            <a:p>
              <a:pPr algn="ctr" latinLnBrk="1"/>
              <a:r>
                <a:rPr lang="en-US" sz="3200" b="1">
                  <a:solidFill>
                    <a:srgbClr val="000000"/>
                  </a:solidFill>
                  <a:latin typeface="Microsoft YaHei"/>
                  <a:ea typeface="Microsoft YaHei"/>
                </a:rPr>
                <a:t>04</a:t>
              </a:r>
              <a:endParaRPr lang="en-US" sz="1100"/>
            </a:p>
          </p:txBody>
        </p:sp>
        <p:sp>
          <p:nvSpPr>
            <p:cNvPr id="332" name="TextBox 331"/>
            <p:cNvSpPr txBox="1"/>
            <p:nvPr/>
          </p:nvSpPr>
          <p:spPr>
            <a:xfrm>
              <a:off x="7920609" y="4043045"/>
              <a:ext cx="1934210" cy="355600"/>
            </a:xfrm>
            <a:prstGeom prst="rect">
              <a:avLst/>
            </a:prstGeom>
          </p:spPr>
          <p:txBody>
            <a:bodyPr lIns="0" tIns="0" rIns="0" bIns="0" rtlCol="0" anchor="t">
              <a:spAutoFit/>
            </a:bodyPr>
            <a:lstStyle/>
            <a:p>
              <a:pPr algn="l" latinLnBrk="1"/>
              <a:r>
                <a:rPr lang="en-US" sz="2000">
                  <a:solidFill>
                    <a:srgbClr val="000000"/>
                  </a:solidFill>
                  <a:latin typeface="Microsoft YaHei"/>
                  <a:ea typeface="Microsoft YaHei"/>
                </a:rPr>
                <a:t>在这里添加标题</a:t>
              </a:r>
              <a:endParaRPr lang="en-US" sz="1100"/>
            </a:p>
          </p:txBody>
        </p:sp>
        <p:sp>
          <p:nvSpPr>
            <p:cNvPr id="333" name="TextBox 332"/>
            <p:cNvSpPr txBox="1"/>
            <p:nvPr/>
          </p:nvSpPr>
          <p:spPr>
            <a:xfrm>
              <a:off x="7907909" y="4513326"/>
              <a:ext cx="2332418" cy="641350"/>
            </a:xfrm>
            <a:prstGeom prst="rect">
              <a:avLst/>
            </a:prstGeom>
          </p:spPr>
          <p:txBody>
            <a:bodyPr lIns="0" tIns="0" rIns="0" bIns="0" rtlCol="0" anchor="t">
              <a:spAutoFit/>
            </a:bodyPr>
            <a:lstStyle/>
            <a:p>
              <a:pPr algn="l" latinLnBrk="1"/>
              <a:r>
                <a:rPr lang="en-US" sz="1200">
                  <a:solidFill>
                    <a:srgbClr val="000000"/>
                  </a:solidFill>
                  <a:latin typeface="Microsoft YaHei"/>
                  <a:ea typeface="Microsoft YaHei"/>
                </a:rPr>
                <a:t>在这里填写内容详情描述在这里填写内容详情描述在这里填写内容详情描述</a:t>
              </a:r>
              <a:endParaRPr lang="en-US" sz="1100"/>
            </a:p>
          </p:txBody>
        </p:sp>
        <p:pic>
          <p:nvPicPr>
            <p:cNvPr id="334" name="Picture 333"/>
            <p:cNvPicPr>
              <a:picLocks noChangeAspect="1"/>
            </p:cNvPicPr>
            <p:nvPr/>
          </p:nvPicPr>
          <p:blipFill>
            <a:blip r:embed="rId5"/>
            <a:stretch>
              <a:fillRect/>
            </a:stretch>
          </p:blipFill>
          <p:spPr>
            <a:xfrm>
              <a:off x="7912100" y="4432300"/>
              <a:ext cx="2278672" cy="19330"/>
            </a:xfrm>
            <a:prstGeom prst="rect">
              <a:avLst/>
            </a:prstGeom>
          </p:spPr>
        </p:pic>
        <p:pic>
          <p:nvPicPr>
            <p:cNvPr id="335" name="Picture 334"/>
            <p:cNvPicPr>
              <a:picLocks noChangeAspect="1"/>
            </p:cNvPicPr>
            <p:nvPr/>
          </p:nvPicPr>
          <p:blipFill>
            <a:blip r:embed="rId8"/>
            <a:stretch>
              <a:fillRect/>
            </a:stretch>
          </p:blipFill>
          <p:spPr>
            <a:xfrm>
              <a:off x="6972300" y="4178300"/>
              <a:ext cx="469388" cy="491220"/>
            </a:xfrm>
            <a:prstGeom prst="rect">
              <a:avLst/>
            </a:prstGeom>
          </p:spPr>
        </p:pic>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fade">
                                      <p:cBhvr>
                                        <p:cTn id="7" dur="1000"/>
                                        <p:tgtEl>
                                          <p:spTgt spid="3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6"/>
                                        </p:tgtEl>
                                        <p:attrNameLst>
                                          <p:attrName>style.visibility</p:attrName>
                                        </p:attrNameLst>
                                      </p:cBhvr>
                                      <p:to>
                                        <p:strVal val="visible"/>
                                      </p:to>
                                    </p:set>
                                    <p:animEffect transition="in" filter="fade">
                                      <p:cBhvr>
                                        <p:cTn id="10" dur="1000"/>
                                        <p:tgtEl>
                                          <p:spTgt spid="30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7"/>
                                        </p:tgtEl>
                                        <p:attrNameLst>
                                          <p:attrName>style.visibility</p:attrName>
                                        </p:attrNameLst>
                                      </p:cBhvr>
                                      <p:to>
                                        <p:strVal val="visible"/>
                                      </p:to>
                                    </p:set>
                                    <p:animEffect transition="in" filter="fade">
                                      <p:cBhvr>
                                        <p:cTn id="13" dur="1000"/>
                                        <p:tgtEl>
                                          <p:spTgt spid="30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8"/>
                                        </p:tgtEl>
                                        <p:attrNameLst>
                                          <p:attrName>style.visibility</p:attrName>
                                        </p:attrNameLst>
                                      </p:cBhvr>
                                      <p:to>
                                        <p:strVal val="visible"/>
                                      </p:to>
                                    </p:set>
                                    <p:animEffect transition="in" filter="fade">
                                      <p:cBhvr>
                                        <p:cTn id="16" dur="1000"/>
                                        <p:tgtEl>
                                          <p:spTgt spid="30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9"/>
                                        </p:tgtEl>
                                        <p:attrNameLst>
                                          <p:attrName>style.visibility</p:attrName>
                                        </p:attrNameLst>
                                      </p:cBhvr>
                                      <p:to>
                                        <p:strVal val="visible"/>
                                      </p:to>
                                    </p:set>
                                    <p:animEffect transition="in" filter="fade">
                                      <p:cBhvr>
                                        <p:cTn id="19" dur="1000"/>
                                        <p:tgtEl>
                                          <p:spTgt spid="30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11"/>
                                        </p:tgtEl>
                                        <p:attrNameLst>
                                          <p:attrName>style.visibility</p:attrName>
                                        </p:attrNameLst>
                                      </p:cBhvr>
                                      <p:to>
                                        <p:strVal val="visible"/>
                                      </p:to>
                                    </p:set>
                                    <p:animEffect transition="in" filter="fade">
                                      <p:cBhvr>
                                        <p:cTn id="22" dur="1000"/>
                                        <p:tgtEl>
                                          <p:spTgt spid="3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15"/>
                                        </p:tgtEl>
                                        <p:attrNameLst>
                                          <p:attrName>style.visibility</p:attrName>
                                        </p:attrNameLst>
                                      </p:cBhvr>
                                      <p:to>
                                        <p:strVal val="visible"/>
                                      </p:to>
                                    </p:set>
                                    <p:animEffect transition="in" filter="fade">
                                      <p:cBhvr>
                                        <p:cTn id="25" dur="1000"/>
                                        <p:tgtEl>
                                          <p:spTgt spid="3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22"/>
                                        </p:tgtEl>
                                        <p:attrNameLst>
                                          <p:attrName>style.visibility</p:attrName>
                                        </p:attrNameLst>
                                      </p:cBhvr>
                                      <p:to>
                                        <p:strVal val="visible"/>
                                      </p:to>
                                    </p:set>
                                    <p:animEffect transition="in" filter="fade">
                                      <p:cBhvr>
                                        <p:cTn id="28" dur="1000"/>
                                        <p:tgtEl>
                                          <p:spTgt spid="3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29"/>
                                        </p:tgtEl>
                                        <p:attrNameLst>
                                          <p:attrName>style.visibility</p:attrName>
                                        </p:attrNameLst>
                                      </p:cBhvr>
                                      <p:to>
                                        <p:strVal val="visible"/>
                                      </p:to>
                                    </p:set>
                                    <p:animEffect transition="in" filter="fade">
                                      <p:cBhvr>
                                        <p:cTn id="31" dur="1000"/>
                                        <p:tgtEl>
                                          <p:spTgt spid="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 grpId="0" animBg="1"/>
      <p:bldP spid="306" grpId="0" animBg="1"/>
      <p:bldP spid="307" grpId="0" animBg="1"/>
      <p:bldP spid="308" grpId="0" animBg="1"/>
      <p:bldP spid="309" grpId="0" animBg="1"/>
      <p:bldP spid="311" grpId="0" animBg="1"/>
      <p:bldP spid="315" grpId="0" animBg="1"/>
      <p:bldP spid="322" grpId="0" animBg="1"/>
      <p:bldP spid="32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36" name="Picture 1"/>
          <p:cNvPicPr>
            <a:picLocks noChangeAspect="1"/>
          </p:cNvPicPr>
          <p:nvPr/>
        </p:nvPicPr>
        <p:blipFill>
          <a:blip r:embed="rId2"/>
          <a:stretch>
            <a:fillRect/>
          </a:stretch>
        </p:blipFill>
        <p:spPr>
          <a:xfrm>
            <a:off x="4041902" y="486156"/>
            <a:ext cx="3472786" cy="820414"/>
          </a:xfrm>
          <a:prstGeom prst="rect">
            <a:avLst/>
          </a:prstGeom>
        </p:spPr>
      </p:pic>
      <p:sp>
        <p:nvSpPr>
          <p:cNvPr id="337" name="TextBox 2"/>
          <p:cNvSpPr txBox="1"/>
          <p:nvPr/>
        </p:nvSpPr>
        <p:spPr>
          <a:xfrm>
            <a:off x="4266438" y="776224"/>
            <a:ext cx="2785046" cy="406400"/>
          </a:xfrm>
          <a:prstGeom prst="rect">
            <a:avLst/>
          </a:prstGeom>
        </p:spPr>
        <p:txBody>
          <a:bodyPr lIns="0" tIns="0" rIns="0" bIns="0" rtlCol="0" anchor="t">
            <a:spAutoFit/>
          </a:bodyPr>
          <a:lstStyle/>
          <a:p>
            <a:pPr algn="ctr" latinLnBrk="1"/>
            <a:r>
              <a:rPr lang="en-US" sz="2300">
                <a:solidFill>
                  <a:srgbClr val="000000"/>
                </a:solidFill>
                <a:latin typeface="Microsoft YaHei"/>
                <a:ea typeface="Microsoft YaHei"/>
              </a:rPr>
              <a:t>在这里填写标题</a:t>
            </a:r>
            <a:endParaRPr lang="en-US" sz="1100"/>
          </a:p>
        </p:txBody>
      </p:sp>
      <p:pic>
        <p:nvPicPr>
          <p:cNvPr id="338" name="Picture 3"/>
          <p:cNvPicPr>
            <a:picLocks noChangeAspect="1"/>
          </p:cNvPicPr>
          <p:nvPr/>
        </p:nvPicPr>
        <p:blipFill>
          <a:blip r:embed="rId3"/>
          <a:stretch>
            <a:fillRect/>
          </a:stretch>
        </p:blipFill>
        <p:spPr>
          <a:xfrm>
            <a:off x="3204210" y="3017647"/>
            <a:ext cx="810769" cy="1159456"/>
          </a:xfrm>
          <a:prstGeom prst="rect">
            <a:avLst/>
          </a:prstGeom>
        </p:spPr>
      </p:pic>
      <p:pic>
        <p:nvPicPr>
          <p:cNvPr id="339" name="Picture 4"/>
          <p:cNvPicPr>
            <a:picLocks noChangeAspect="1"/>
          </p:cNvPicPr>
          <p:nvPr/>
        </p:nvPicPr>
        <p:blipFill>
          <a:blip r:embed="rId4"/>
          <a:stretch>
            <a:fillRect/>
          </a:stretch>
        </p:blipFill>
        <p:spPr>
          <a:xfrm>
            <a:off x="4207637" y="3515741"/>
            <a:ext cx="326048" cy="311716"/>
          </a:xfrm>
          <a:prstGeom prst="rect">
            <a:avLst/>
          </a:prstGeom>
        </p:spPr>
      </p:pic>
      <p:pic>
        <p:nvPicPr>
          <p:cNvPr id="340" name="Picture 5"/>
          <p:cNvPicPr>
            <a:picLocks noChangeAspect="1"/>
          </p:cNvPicPr>
          <p:nvPr/>
        </p:nvPicPr>
        <p:blipFill>
          <a:blip r:embed="rId5"/>
          <a:stretch>
            <a:fillRect/>
          </a:stretch>
        </p:blipFill>
        <p:spPr>
          <a:xfrm>
            <a:off x="7861046" y="1794510"/>
            <a:ext cx="1073633" cy="2466934"/>
          </a:xfrm>
          <a:prstGeom prst="rect">
            <a:avLst/>
          </a:prstGeom>
        </p:spPr>
      </p:pic>
      <p:pic>
        <p:nvPicPr>
          <p:cNvPr id="341" name="Picture 6"/>
          <p:cNvPicPr>
            <a:picLocks noChangeAspect="1"/>
          </p:cNvPicPr>
          <p:nvPr/>
        </p:nvPicPr>
        <p:blipFill>
          <a:blip r:embed="rId3"/>
          <a:stretch>
            <a:fillRect/>
          </a:stretch>
        </p:blipFill>
        <p:spPr>
          <a:xfrm>
            <a:off x="4799711" y="3030855"/>
            <a:ext cx="810769" cy="1159456"/>
          </a:xfrm>
          <a:prstGeom prst="rect">
            <a:avLst/>
          </a:prstGeom>
        </p:spPr>
      </p:pic>
      <p:pic>
        <p:nvPicPr>
          <p:cNvPr id="342" name="Picture 7"/>
          <p:cNvPicPr>
            <a:picLocks noChangeAspect="1"/>
          </p:cNvPicPr>
          <p:nvPr/>
        </p:nvPicPr>
        <p:blipFill>
          <a:blip r:embed="rId4"/>
          <a:stretch>
            <a:fillRect/>
          </a:stretch>
        </p:blipFill>
        <p:spPr>
          <a:xfrm>
            <a:off x="5803138" y="3528949"/>
            <a:ext cx="326048" cy="311716"/>
          </a:xfrm>
          <a:prstGeom prst="rect">
            <a:avLst/>
          </a:prstGeom>
        </p:spPr>
      </p:pic>
      <p:pic>
        <p:nvPicPr>
          <p:cNvPr id="343" name="Picture 8"/>
          <p:cNvPicPr>
            <a:picLocks noChangeAspect="1"/>
          </p:cNvPicPr>
          <p:nvPr/>
        </p:nvPicPr>
        <p:blipFill>
          <a:blip r:embed="rId3"/>
          <a:stretch>
            <a:fillRect/>
          </a:stretch>
        </p:blipFill>
        <p:spPr>
          <a:xfrm>
            <a:off x="6383782" y="3034665"/>
            <a:ext cx="810769" cy="1159456"/>
          </a:xfrm>
          <a:prstGeom prst="rect">
            <a:avLst/>
          </a:prstGeom>
        </p:spPr>
      </p:pic>
      <p:pic>
        <p:nvPicPr>
          <p:cNvPr id="344" name="Picture 9"/>
          <p:cNvPicPr>
            <a:picLocks noChangeAspect="1"/>
          </p:cNvPicPr>
          <p:nvPr/>
        </p:nvPicPr>
        <p:blipFill>
          <a:blip r:embed="rId4"/>
          <a:stretch>
            <a:fillRect/>
          </a:stretch>
        </p:blipFill>
        <p:spPr>
          <a:xfrm>
            <a:off x="7387209" y="3538855"/>
            <a:ext cx="326048" cy="311716"/>
          </a:xfrm>
          <a:prstGeom prst="rect">
            <a:avLst/>
          </a:prstGeom>
        </p:spPr>
      </p:pic>
      <p:grpSp>
        <p:nvGrpSpPr>
          <p:cNvPr id="345" name="Group 10"/>
          <p:cNvGrpSpPr/>
          <p:nvPr/>
        </p:nvGrpSpPr>
        <p:grpSpPr>
          <a:xfrm>
            <a:off x="3044190" y="4579366"/>
            <a:ext cx="5568252" cy="641350"/>
            <a:chOff x="3044190" y="4579366"/>
            <a:chExt cx="5568252" cy="641350"/>
          </a:xfrm>
        </p:grpSpPr>
        <p:sp>
          <p:nvSpPr>
            <p:cNvPr id="346" name="TextBox 345"/>
            <p:cNvSpPr txBox="1"/>
            <p:nvPr/>
          </p:nvSpPr>
          <p:spPr>
            <a:xfrm>
              <a:off x="3044190" y="4579366"/>
              <a:ext cx="5568252" cy="641350"/>
            </a:xfrm>
            <a:prstGeom prst="rect">
              <a:avLst/>
            </a:prstGeom>
          </p:spPr>
          <p:txBody>
            <a:bodyPr lIns="0" tIns="0" rIns="0" bIns="0" rtlCol="0" anchor="t">
              <a:spAutoFit/>
            </a:bodyPr>
            <a:lstStyle/>
            <a:p>
              <a:pPr algn="l" latinLnBrk="1"/>
              <a:r>
                <a:rPr lang="en-US" sz="1200">
                  <a:solidFill>
                    <a:srgbClr val="000000"/>
                  </a:solidFill>
                  <a:latin typeface="Microsoft YaHei"/>
                  <a:ea typeface="Microsoft YaHei"/>
                </a:rPr>
                <a:t>在这里填写内容详情描述在这里填写内容详情描述在这里填写内容详情描述在这里填写内容详情描述在这里填写内容详情描述在这里填写内容详情描述在这里填写内容详情描述在这里填写内容详情描述在这里填写内容详情描述</a:t>
              </a:r>
              <a:endParaRPr lang="en-US" sz="110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36"/>
                                        </p:tgtEl>
                                        <p:attrNameLst>
                                          <p:attrName>style.visibility</p:attrName>
                                        </p:attrNameLst>
                                      </p:cBhvr>
                                      <p:to>
                                        <p:strVal val="visible"/>
                                      </p:to>
                                    </p:set>
                                    <p:animEffect transition="in" filter="fade">
                                      <p:cBhvr>
                                        <p:cTn id="7" dur="1000"/>
                                        <p:tgtEl>
                                          <p:spTgt spid="3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7"/>
                                        </p:tgtEl>
                                        <p:attrNameLst>
                                          <p:attrName>style.visibility</p:attrName>
                                        </p:attrNameLst>
                                      </p:cBhvr>
                                      <p:to>
                                        <p:strVal val="visible"/>
                                      </p:to>
                                    </p:set>
                                    <p:animEffect transition="in" filter="fade">
                                      <p:cBhvr>
                                        <p:cTn id="10" dur="1000"/>
                                        <p:tgtEl>
                                          <p:spTgt spid="33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38"/>
                                        </p:tgtEl>
                                        <p:attrNameLst>
                                          <p:attrName>style.visibility</p:attrName>
                                        </p:attrNameLst>
                                      </p:cBhvr>
                                      <p:to>
                                        <p:strVal val="visible"/>
                                      </p:to>
                                    </p:set>
                                    <p:animEffect transition="in" filter="fade">
                                      <p:cBhvr>
                                        <p:cTn id="13" dur="1000"/>
                                        <p:tgtEl>
                                          <p:spTgt spid="33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39"/>
                                        </p:tgtEl>
                                        <p:attrNameLst>
                                          <p:attrName>style.visibility</p:attrName>
                                        </p:attrNameLst>
                                      </p:cBhvr>
                                      <p:to>
                                        <p:strVal val="visible"/>
                                      </p:to>
                                    </p:set>
                                    <p:animEffect transition="in" filter="fade">
                                      <p:cBhvr>
                                        <p:cTn id="16" dur="1000"/>
                                        <p:tgtEl>
                                          <p:spTgt spid="33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40"/>
                                        </p:tgtEl>
                                        <p:attrNameLst>
                                          <p:attrName>style.visibility</p:attrName>
                                        </p:attrNameLst>
                                      </p:cBhvr>
                                      <p:to>
                                        <p:strVal val="visible"/>
                                      </p:to>
                                    </p:set>
                                    <p:animEffect transition="in" filter="fade">
                                      <p:cBhvr>
                                        <p:cTn id="19" dur="1000"/>
                                        <p:tgtEl>
                                          <p:spTgt spid="34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41"/>
                                        </p:tgtEl>
                                        <p:attrNameLst>
                                          <p:attrName>style.visibility</p:attrName>
                                        </p:attrNameLst>
                                      </p:cBhvr>
                                      <p:to>
                                        <p:strVal val="visible"/>
                                      </p:to>
                                    </p:set>
                                    <p:animEffect transition="in" filter="fade">
                                      <p:cBhvr>
                                        <p:cTn id="22" dur="1000"/>
                                        <p:tgtEl>
                                          <p:spTgt spid="34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42"/>
                                        </p:tgtEl>
                                        <p:attrNameLst>
                                          <p:attrName>style.visibility</p:attrName>
                                        </p:attrNameLst>
                                      </p:cBhvr>
                                      <p:to>
                                        <p:strVal val="visible"/>
                                      </p:to>
                                    </p:set>
                                    <p:animEffect transition="in" filter="fade">
                                      <p:cBhvr>
                                        <p:cTn id="25" dur="1000"/>
                                        <p:tgtEl>
                                          <p:spTgt spid="34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3"/>
                                        </p:tgtEl>
                                        <p:attrNameLst>
                                          <p:attrName>style.visibility</p:attrName>
                                        </p:attrNameLst>
                                      </p:cBhvr>
                                      <p:to>
                                        <p:strVal val="visible"/>
                                      </p:to>
                                    </p:set>
                                    <p:animEffect transition="in" filter="fade">
                                      <p:cBhvr>
                                        <p:cTn id="28" dur="1000"/>
                                        <p:tgtEl>
                                          <p:spTgt spid="34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44"/>
                                        </p:tgtEl>
                                        <p:attrNameLst>
                                          <p:attrName>style.visibility</p:attrName>
                                        </p:attrNameLst>
                                      </p:cBhvr>
                                      <p:to>
                                        <p:strVal val="visible"/>
                                      </p:to>
                                    </p:set>
                                    <p:animEffect transition="in" filter="fade">
                                      <p:cBhvr>
                                        <p:cTn id="31" dur="1000"/>
                                        <p:tgtEl>
                                          <p:spTgt spid="34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5"/>
                                        </p:tgtEl>
                                        <p:attrNameLst>
                                          <p:attrName>style.visibility</p:attrName>
                                        </p:attrNameLst>
                                      </p:cBhvr>
                                      <p:to>
                                        <p:strVal val="visible"/>
                                      </p:to>
                                    </p:set>
                                    <p:animEffect transition="in" filter="fade">
                                      <p:cBhvr>
                                        <p:cTn id="34" dur="1000"/>
                                        <p:tgtEl>
                                          <p:spTgt spid="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 grpId="0" animBg="1"/>
      <p:bldP spid="337" grpId="0" animBg="1"/>
      <p:bldP spid="338" grpId="0" animBg="1"/>
      <p:bldP spid="339" grpId="0" animBg="1"/>
      <p:bldP spid="340" grpId="0" animBg="1"/>
      <p:bldP spid="341" grpId="0" animBg="1"/>
      <p:bldP spid="342" grpId="0" animBg="1"/>
      <p:bldP spid="343" grpId="0" animBg="1"/>
      <p:bldP spid="344" grpId="0" animBg="1"/>
      <p:bldP spid="34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47" name="Picture 1"/>
          <p:cNvPicPr>
            <a:picLocks noChangeAspect="1"/>
          </p:cNvPicPr>
          <p:nvPr/>
        </p:nvPicPr>
        <p:blipFill>
          <a:blip r:embed="rId2"/>
          <a:stretch>
            <a:fillRect/>
          </a:stretch>
        </p:blipFill>
        <p:spPr>
          <a:xfrm>
            <a:off x="4130040" y="2767584"/>
            <a:ext cx="3472786" cy="820414"/>
          </a:xfrm>
          <a:prstGeom prst="rect">
            <a:avLst/>
          </a:prstGeom>
        </p:spPr>
      </p:pic>
      <p:sp>
        <p:nvSpPr>
          <p:cNvPr id="348" name="TextBox 2"/>
          <p:cNvSpPr txBox="1"/>
          <p:nvPr/>
        </p:nvSpPr>
        <p:spPr>
          <a:xfrm>
            <a:off x="4354703" y="3060065"/>
            <a:ext cx="2865564" cy="406400"/>
          </a:xfrm>
          <a:prstGeom prst="rect">
            <a:avLst/>
          </a:prstGeom>
        </p:spPr>
        <p:txBody>
          <a:bodyPr lIns="0" tIns="0" rIns="0" bIns="0" rtlCol="0" anchor="t">
            <a:spAutoFit/>
          </a:bodyPr>
          <a:lstStyle/>
          <a:p>
            <a:pPr algn="ctr" latinLnBrk="1"/>
            <a:r>
              <a:rPr lang="en-US" sz="2300">
                <a:solidFill>
                  <a:srgbClr val="000000"/>
                </a:solidFill>
                <a:latin typeface="Microsoft YaHei"/>
                <a:ea typeface="Microsoft YaHei"/>
              </a:rPr>
              <a:t>致谢</a:t>
            </a:r>
            <a:endParaRPr lang="en-US" sz="1100"/>
          </a:p>
        </p:txBody>
      </p:sp>
      <p:pic>
        <p:nvPicPr>
          <p:cNvPr id="349" name="Picture 3"/>
          <p:cNvPicPr>
            <a:picLocks noChangeAspect="1"/>
          </p:cNvPicPr>
          <p:nvPr/>
        </p:nvPicPr>
        <p:blipFill>
          <a:blip r:embed="rId3"/>
          <a:stretch>
            <a:fillRect/>
          </a:stretch>
        </p:blipFill>
        <p:spPr>
          <a:xfrm>
            <a:off x="5248783" y="1564259"/>
            <a:ext cx="1056390" cy="1203518"/>
          </a:xfrm>
          <a:prstGeom prst="rect">
            <a:avLst/>
          </a:prstGeom>
        </p:spPr>
      </p:pic>
      <p:grpSp>
        <p:nvGrpSpPr>
          <p:cNvPr id="350" name="Group 4"/>
          <p:cNvGrpSpPr/>
          <p:nvPr/>
        </p:nvGrpSpPr>
        <p:grpSpPr>
          <a:xfrm>
            <a:off x="2999232" y="3837432"/>
            <a:ext cx="5680329" cy="1066800"/>
            <a:chOff x="2999232" y="3837432"/>
            <a:chExt cx="5680329" cy="1066800"/>
          </a:xfrm>
        </p:grpSpPr>
        <p:sp>
          <p:nvSpPr>
            <p:cNvPr id="351" name="TextBox 350"/>
            <p:cNvSpPr txBox="1"/>
            <p:nvPr/>
          </p:nvSpPr>
          <p:spPr>
            <a:xfrm>
              <a:off x="2999232" y="3837432"/>
              <a:ext cx="5680329" cy="1066800"/>
            </a:xfrm>
            <a:prstGeom prst="rect">
              <a:avLst/>
            </a:prstGeom>
          </p:spPr>
          <p:txBody>
            <a:bodyPr lIns="0" tIns="0" rIns="0" bIns="0" rtlCol="0" anchor="t">
              <a:spAutoFit/>
            </a:bodyPr>
            <a:lstStyle/>
            <a:p>
              <a:pPr algn="ctr" latinLnBrk="1"/>
              <a:r>
                <a:rPr lang="en-US" sz="2000">
                  <a:solidFill>
                    <a:srgbClr val="000000"/>
                  </a:solidFill>
                  <a:latin typeface="Microsoft YaHei"/>
                  <a:ea typeface="Microsoft YaHei"/>
                </a:rPr>
                <a:t>感谢母校提供的学习与实践的机会 感谢导师团队，特别感谢吴老师给与的耐心指导 感谢同学以及舍友的帮助 感谢答辩评审！</a:t>
              </a:r>
              <a:endParaRPr lang="en-US" sz="110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47"/>
                                        </p:tgtEl>
                                        <p:attrNameLst>
                                          <p:attrName>style.visibility</p:attrName>
                                        </p:attrNameLst>
                                      </p:cBhvr>
                                      <p:to>
                                        <p:strVal val="visible"/>
                                      </p:to>
                                    </p:set>
                                    <p:animEffect transition="in" filter="fade">
                                      <p:cBhvr>
                                        <p:cTn id="7" dur="1000"/>
                                        <p:tgtEl>
                                          <p:spTgt spid="34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8"/>
                                        </p:tgtEl>
                                        <p:attrNameLst>
                                          <p:attrName>style.visibility</p:attrName>
                                        </p:attrNameLst>
                                      </p:cBhvr>
                                      <p:to>
                                        <p:strVal val="visible"/>
                                      </p:to>
                                    </p:set>
                                    <p:animEffect transition="in" filter="fade">
                                      <p:cBhvr>
                                        <p:cTn id="10" dur="1000"/>
                                        <p:tgtEl>
                                          <p:spTgt spid="34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49"/>
                                        </p:tgtEl>
                                        <p:attrNameLst>
                                          <p:attrName>style.visibility</p:attrName>
                                        </p:attrNameLst>
                                      </p:cBhvr>
                                      <p:to>
                                        <p:strVal val="visible"/>
                                      </p:to>
                                    </p:set>
                                    <p:animEffect transition="in" filter="fade">
                                      <p:cBhvr>
                                        <p:cTn id="13" dur="1000"/>
                                        <p:tgtEl>
                                          <p:spTgt spid="34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50"/>
                                        </p:tgtEl>
                                        <p:attrNameLst>
                                          <p:attrName>style.visibility</p:attrName>
                                        </p:attrNameLst>
                                      </p:cBhvr>
                                      <p:to>
                                        <p:strVal val="visible"/>
                                      </p:to>
                                    </p:set>
                                    <p:animEffect transition="in" filter="fade">
                                      <p:cBhvr>
                                        <p:cTn id="16" dur="1000"/>
                                        <p:tgtEl>
                                          <p:spTgt spid="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 grpId="0" animBg="1"/>
      <p:bldP spid="348" grpId="0" animBg="1"/>
      <p:bldP spid="349" grpId="0" animBg="1"/>
      <p:bldP spid="35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TotalTime>
  <Words>524</Words>
  <Application>Microsoft Office PowerPoint</Application>
  <PresentationFormat>自定义</PresentationFormat>
  <Paragraphs>192</Paragraphs>
  <Slides>27</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27</vt:i4>
      </vt:variant>
    </vt:vector>
  </HeadingPairs>
  <TitlesOfParts>
    <vt:vector size="32" baseType="lpstr">
      <vt:lpstr>宋体</vt:lpstr>
      <vt:lpstr>Microsoft YaHei</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sybcfq</dc:creator>
  <cp:lastModifiedBy>Min Wang</cp:lastModifiedBy>
  <cp:revision>12</cp:revision>
  <dcterms:created xsi:type="dcterms:W3CDTF">2006-08-16T00:00:00Z</dcterms:created>
  <dcterms:modified xsi:type="dcterms:W3CDTF">2021-04-15T10:41:09Z</dcterms:modified>
</cp:coreProperties>
</file>